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5"/>
  </p:notesMasterIdLst>
  <p:sldIdLst>
    <p:sldId id="283" r:id="rId5"/>
    <p:sldId id="298" r:id="rId6"/>
    <p:sldId id="285" r:id="rId7"/>
    <p:sldId id="293" r:id="rId8"/>
    <p:sldId id="299" r:id="rId9"/>
    <p:sldId id="291" r:id="rId10"/>
    <p:sldId id="300" r:id="rId11"/>
    <p:sldId id="302" r:id="rId12"/>
    <p:sldId id="303" r:id="rId13"/>
    <p:sldId id="289"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84" userDrawn="1">
          <p15:clr>
            <a:srgbClr val="A4A3A4"/>
          </p15:clr>
        </p15:guide>
        <p15:guide id="2" pos="3840"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8F4ED"/>
    <a:srgbClr val="403A2F"/>
    <a:srgbClr val="474134"/>
    <a:srgbClr val="554D3D"/>
    <a:srgbClr val="595515"/>
    <a:srgbClr val="5A532C"/>
    <a:srgbClr val="5B542C"/>
    <a:srgbClr val="59522B"/>
    <a:srgbClr val="5D562D"/>
    <a:srgbClr val="655D3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76705FA-3F69-BE4F-AF65-649F84E7EC7B}" v="106" dt="2026-01-31T04:58:42.693"/>
  </p1510:revLst>
</p1510:revInfo>
</file>

<file path=ppt/tableStyles.xml><?xml version="1.0" encoding="utf-8"?>
<a:tblStyleLst xmlns:a="http://schemas.openxmlformats.org/drawingml/2006/main" def="{5C22544A-7EE6-4342-B048-85BDC9FD1C3A}">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164"/>
    <p:restoredTop sz="94846" autoAdjust="0"/>
  </p:normalViewPr>
  <p:slideViewPr>
    <p:cSldViewPr snapToGrid="0" showGuides="1">
      <p:cViewPr>
        <p:scale>
          <a:sx n="100" d="100"/>
          <a:sy n="100" d="100"/>
        </p:scale>
        <p:origin x="1128" y="672"/>
      </p:cViewPr>
      <p:guideLst>
        <p:guide orient="horz" pos="2184"/>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heme" Target="theme/theme1.xml"/><Relationship Id="rId3" Type="http://schemas.openxmlformats.org/officeDocument/2006/relationships/customXml" Target="../customXml/item3.xml"/><Relationship Id="rId21" Type="http://schemas.microsoft.com/office/2018/10/relationships/authors" Target="author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presProps" Target="presProps.xml"/><Relationship Id="rId20"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30T20:23:22.380"/>
    </inkml:context>
    <inkml:brush xml:id="br0">
      <inkml:brushProperty name="width" value="0.035" units="cm"/>
      <inkml:brushProperty name="height" value="0.035" units="cm"/>
    </inkml:brush>
  </inkml:definitions>
  <inkml:trace contextRef="#ctx0" brushRef="#br0">1 0 24575,'0'3'0,"0"-1"0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30T20:23:22.846"/>
    </inkml:context>
    <inkml:brush xml:id="br0">
      <inkml:brushProperty name="width" value="0.035" units="cm"/>
      <inkml:brushProperty name="height" value="0.035" units="cm"/>
    </inkml:brush>
  </inkml:definitions>
  <inkml:trace contextRef="#ctx0" brushRef="#br0">1 0 24575,'0'0'0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30T20:23:23.463"/>
    </inkml:context>
    <inkml:brush xml:id="br0">
      <inkml:brushProperty name="width" value="0.035" units="cm"/>
      <inkml:brushProperty name="height" value="0.035" units="cm"/>
    </inkml:brush>
  </inkml:definitions>
  <inkml:trace contextRef="#ctx0" brushRef="#br0">0 1 24575,'0'2'0,"0"1"0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30T20:23:22.380"/>
    </inkml:context>
    <inkml:brush xml:id="br0">
      <inkml:brushProperty name="width" value="0.035" units="cm"/>
      <inkml:brushProperty name="height" value="0.035" units="cm"/>
    </inkml:brush>
  </inkml:definitions>
  <inkml:trace contextRef="#ctx0" brushRef="#br0">1 0 24575,'0'3'0,"0"-1"0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30T20:23:22.846"/>
    </inkml:context>
    <inkml:brush xml:id="br0">
      <inkml:brushProperty name="width" value="0.035" units="cm"/>
      <inkml:brushProperty name="height" value="0.035" units="cm"/>
    </inkml:brush>
  </inkml:definitions>
  <inkml:trace contextRef="#ctx0" brushRef="#br0">1 0 24575,'0'0'0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30T20:23:23.463"/>
    </inkml:context>
    <inkml:brush xml:id="br0">
      <inkml:brushProperty name="width" value="0.035" units="cm"/>
      <inkml:brushProperty name="height" value="0.035" units="cm"/>
    </inkml:brush>
  </inkml:definitions>
  <inkml:trace contextRef="#ctx0" brushRef="#br0">0 1 24575,'0'2'0,"0"1"0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30T20:23:22.380"/>
    </inkml:context>
    <inkml:brush xml:id="br0">
      <inkml:brushProperty name="width" value="0.035" units="cm"/>
      <inkml:brushProperty name="height" value="0.035" units="cm"/>
    </inkml:brush>
  </inkml:definitions>
  <inkml:trace contextRef="#ctx0" brushRef="#br0">1 0 24575,'0'3'0,"0"-1"0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30T20:23:22.846"/>
    </inkml:context>
    <inkml:brush xml:id="br0">
      <inkml:brushProperty name="width" value="0.035" units="cm"/>
      <inkml:brushProperty name="height" value="0.035" units="cm"/>
    </inkml:brush>
  </inkml:definitions>
  <inkml:trace contextRef="#ctx0" brushRef="#br0">1 0 24575,'0'0'0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30T20:23:23.463"/>
    </inkml:context>
    <inkml:brush xml:id="br0">
      <inkml:brushProperty name="width" value="0.035" units="cm"/>
      <inkml:brushProperty name="height" value="0.035" units="cm"/>
    </inkml:brush>
  </inkml:definitions>
  <inkml:trace contextRef="#ctx0" brushRef="#br0">0 1 24575,'0'2'0,"0"1"0</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30T20:58:04.873"/>
    </inkml:context>
    <inkml:brush xml:id="br0">
      <inkml:brushProperty name="width" value="0.35" units="cm"/>
      <inkml:brushProperty name="height" value="0.35" units="cm"/>
      <inkml:brushProperty name="color" value="#464134"/>
    </inkml:brush>
  </inkml:definitions>
  <inkml:trace contextRef="#ctx0" brushRef="#br0">0 0 24575,'0'0'0</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30T20:58:34.592"/>
    </inkml:context>
    <inkml:brush xml:id="br0">
      <inkml:brushProperty name="width" value="0.35" units="cm"/>
      <inkml:brushProperty name="height" value="0.35" units="cm"/>
      <inkml:brushProperty name="color" value="#464134"/>
    </inkml:brush>
  </inkml:definitions>
  <inkml:trace contextRef="#ctx0" brushRef="#br0">23 60 24575,'-10'-23'0,"1"4"0,7 14 0,1 0 0,17 1 0,4 2 0,27 0 0,2 2 0,11 0 0,1 0 0,-2 0 0,-4 0 0,-4 0 0,-2 0 0,-3 0 0,0 2 0,-2 1 0,-4-1 0,-3 3 0,-2-2 0,-2 0 0,6-1 0,4-2 0,-3 0 0,-2 0 0,-8 0 0,-5 0 0,0 0 0,4 0 0,5 0 0,5 0 0,7 0 0,5 0 0,6 0 0,7 0 0,7 0 0,5 0 0,2 0 0,-6 0 0</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30T20:58:09.457"/>
    </inkml:context>
    <inkml:brush xml:id="br0">
      <inkml:brushProperty name="width" value="0.35" units="cm"/>
      <inkml:brushProperty name="height" value="0.35" units="cm"/>
      <inkml:brushProperty name="color" value="#464134"/>
    </inkml:brush>
  </inkml:definitions>
  <inkml:trace contextRef="#ctx0" brushRef="#br0">6 916 24575,'-1'-59'0,"-1"0"0,1-20 0,0-6 0,1 17 0,0-4 0,0 1 0,0 2 0,0-1 0,0 4 0,0-10 0,0 9 0,0-7 0,0 86 0,0 36 0,0 19 0,0-2 0,0 7 0,0 4-328,0 17 0,0 4 0,0 1 242,1 1 1,0 2 0,0-4 85,1-11 0,-1-3 0,1-5 0,0 11 0,1-11 0,1 12 0,-1-51 0,-1-26 0,3-8 0,17-58 983,4-21-855,0 9 1,2-4-129,0 3 0,0 2 0,-2 10 0,0 4 0,14-20 0,-18 38 0,-7 23 0,12 30 0,23 60 0,-16-15 0,0 8 0,-9-13 0,0 3 0,-2 0 0,8 30 0,-3-4 0,-8-19 0,-4-6 0,4 18 0,-10-51 0,-6-68 0,-4-57 0,0 20 0,0-6 0,0-8 0,0 0 0,0 14 0,0 5 0,0-32 0,1 53 0,1 29 0,3 12 0,3 4 0,3-1 0,10-4 0,11-8 0,14-6 0,-1 0 0,-9 4 0,-16 6 0,-12 8 0,-3 1 0,5 2 0,1 0 0,3 0 0,-2 0 0,-3 0 0,2 0 0,-2 0 0,3 0 0,-3 0 0,-1 0 0,1 0 0,1 0 0,-1 0 0,0 0 0,0 0 0,3 0 0,-3 0 0,0 0 0,0 2 0,0 2 0,-1-2 0,2 2 0,-2-10 0,-1 2 0,-1-6 0,0 1 0,-3 2 0,-36-2 0,24 6 0,-27-1 0</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30T20:58:11.439"/>
    </inkml:context>
    <inkml:brush xml:id="br0">
      <inkml:brushProperty name="width" value="0.35" units="cm"/>
      <inkml:brushProperty name="height" value="0.35" units="cm"/>
      <inkml:brushProperty name="color" value="#464134"/>
    </inkml:brush>
  </inkml:definitions>
  <inkml:trace contextRef="#ctx0" brushRef="#br0">0 1 24575,'0'0'0</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30T20:58:13.290"/>
    </inkml:context>
    <inkml:brush xml:id="br0">
      <inkml:brushProperty name="width" value="0.35" units="cm"/>
      <inkml:brushProperty name="height" value="0.35" units="cm"/>
      <inkml:brushProperty name="color" value="#464134"/>
    </inkml:brush>
  </inkml:definitions>
  <inkml:trace contextRef="#ctx0" brushRef="#br0">0 1 24575,'0'0'0</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31T01:51:50.560"/>
    </inkml:context>
    <inkml:brush xml:id="br0">
      <inkml:brushProperty name="width" value="0.35" units="cm"/>
      <inkml:brushProperty name="height" value="0.35" units="cm"/>
      <inkml:brushProperty name="color" value="#464134"/>
    </inkml:brush>
  </inkml:definitions>
  <inkml:trace contextRef="#ctx0" brushRef="#br0">859 1332 24575,'-13'-53'0,"-9"-2"0,0 0 0,2 16 0,5 14 0,7 16 0,-1 1 0,-7-3 0,-14-17 0,-9-15 0,-3-5 0,5 6 0,16 17 0,6 10 0,2 2 0,-9-12 0,-17-14 0,-18-18 0,-5-8 0,6 8 0,18 15 0,14 19 0,8 9 0,9 3 0,2-1 0,2-4 0,-4 1 0,-3-4 0,-4-2 0,-1-4 0,1-1 0,1 1 0,5 4 0,3 7 0,0 4 0,-3-9 0,-7-14 0,-8-19 0,-3-13 0,4 1 0,7 14 0,8 21 0,6 15 0</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31T01:51:53.160"/>
    </inkml:context>
    <inkml:brush xml:id="br0">
      <inkml:brushProperty name="width" value="0.35" units="cm"/>
      <inkml:brushProperty name="height" value="0.35" units="cm"/>
      <inkml:brushProperty name="color" value="#464134"/>
    </inkml:brush>
  </inkml:definitions>
  <inkml:trace contextRef="#ctx0" brushRef="#br0">1 0 24575,'0'35'0,"0"-7"0,13-12 0,8-2 0,8-3 0,4 0 0,-9-5 0,-2-2 0,-4 2 0,0-1 0,-1 2 0,-2-1 0,-4 0 0,-8 2 0,-4 2 0,-5 3 0,-4 0 0,0-3 0,-2-2 0,5-3 0,3-3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8A26648-F114-4402-B049-AA57EA7F2020}" type="datetimeFigureOut">
              <a:rPr lang="en-US" smtClean="0"/>
              <a:t>1/30/26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22815FE-BC4D-474E-9AA3-6983BC3D8777}" type="slidenum">
              <a:rPr lang="en-US" smtClean="0"/>
              <a:t>‹#›</a:t>
            </a:fld>
            <a:endParaRPr lang="en-US"/>
          </a:p>
        </p:txBody>
      </p:sp>
    </p:spTree>
    <p:extLst>
      <p:ext uri="{BB962C8B-B14F-4D97-AF65-F5344CB8AC3E}">
        <p14:creationId xmlns:p14="http://schemas.microsoft.com/office/powerpoint/2010/main" val="36135596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accent2"/>
        </a:solidFill>
        <a:effectLst/>
      </p:bgPr>
    </p:bg>
    <p:spTree>
      <p:nvGrpSpPr>
        <p:cNvPr id="1" name=""/>
        <p:cNvGrpSpPr/>
        <p:nvPr/>
      </p:nvGrpSpPr>
      <p:grpSpPr>
        <a:xfrm>
          <a:off x="0" y="0"/>
          <a:ext cx="0" cy="0"/>
          <a:chOff x="0" y="0"/>
          <a:chExt cx="0" cy="0"/>
        </a:xfrm>
      </p:grpSpPr>
      <p:sp>
        <p:nvSpPr>
          <p:cNvPr id="20" name="Picture Placeholder 19">
            <a:extLst>
              <a:ext uri="{FF2B5EF4-FFF2-40B4-BE49-F238E27FC236}">
                <a16:creationId xmlns:a16="http://schemas.microsoft.com/office/drawing/2014/main" id="{0177DF1D-D731-86FC-22F9-00221AD8C227}"/>
              </a:ext>
            </a:extLst>
          </p:cNvPr>
          <p:cNvSpPr>
            <a:spLocks noGrp="1"/>
          </p:cNvSpPr>
          <p:nvPr>
            <p:ph type="pic" sz="quarter" idx="10"/>
          </p:nvPr>
        </p:nvSpPr>
        <p:spPr>
          <a:xfrm>
            <a:off x="1289143" y="440217"/>
            <a:ext cx="9613711" cy="2327086"/>
          </a:xfrm>
          <a:ln w="15875">
            <a:solidFill>
              <a:schemeClr val="accent1"/>
            </a:solidFill>
          </a:ln>
        </p:spPr>
        <p:txBody>
          <a:bodyPr anchor="ctr">
            <a:noAutofit/>
          </a:bodyPr>
          <a:lstStyle>
            <a:lvl1pPr marL="0" indent="0" algn="ctr">
              <a:buNone/>
              <a:defRPr>
                <a:solidFill>
                  <a:schemeClr val="accent1"/>
                </a:solidFill>
              </a:defRPr>
            </a:lvl1pPr>
          </a:lstStyle>
          <a:p>
            <a:r>
              <a:rPr lang="en-US"/>
              <a:t>Click icon to add picture</a:t>
            </a:r>
            <a:endParaRPr lang="en-US" dirty="0"/>
          </a:p>
        </p:txBody>
      </p:sp>
      <p:sp>
        <p:nvSpPr>
          <p:cNvPr id="2" name="Title 1">
            <a:extLst>
              <a:ext uri="{FF2B5EF4-FFF2-40B4-BE49-F238E27FC236}">
                <a16:creationId xmlns:a16="http://schemas.microsoft.com/office/drawing/2014/main" id="{C7A4FE67-D925-EFE3-2BA5-C28DA7C030D8}"/>
              </a:ext>
            </a:extLst>
          </p:cNvPr>
          <p:cNvSpPr>
            <a:spLocks noGrp="1"/>
          </p:cNvSpPr>
          <p:nvPr>
            <p:ph type="ctrTitle"/>
          </p:nvPr>
        </p:nvSpPr>
        <p:spPr>
          <a:xfrm>
            <a:off x="1143000" y="3236976"/>
            <a:ext cx="6867144" cy="2386584"/>
          </a:xfrm>
        </p:spPr>
        <p:txBody>
          <a:bodyPr anchor="b">
            <a:noAutofit/>
          </a:bodyPr>
          <a:lstStyle>
            <a:lvl1pPr algn="l">
              <a:defRPr sz="6600">
                <a:solidFill>
                  <a:schemeClr val="accent1"/>
                </a:solidFill>
              </a:defRPr>
            </a:lvl1pPr>
          </a:lstStyle>
          <a:p>
            <a:r>
              <a:rPr lang="en-US"/>
              <a:t>Click to edit Master title style</a:t>
            </a:r>
          </a:p>
        </p:txBody>
      </p:sp>
      <p:sp>
        <p:nvSpPr>
          <p:cNvPr id="3" name="Subtitle 2">
            <a:extLst>
              <a:ext uri="{FF2B5EF4-FFF2-40B4-BE49-F238E27FC236}">
                <a16:creationId xmlns:a16="http://schemas.microsoft.com/office/drawing/2014/main" id="{33D58524-513B-3FD2-4ED0-CB0CA3A3DF58}"/>
              </a:ext>
            </a:extLst>
          </p:cNvPr>
          <p:cNvSpPr>
            <a:spLocks noGrp="1"/>
          </p:cNvSpPr>
          <p:nvPr>
            <p:ph type="subTitle" idx="1"/>
          </p:nvPr>
        </p:nvSpPr>
        <p:spPr>
          <a:xfrm>
            <a:off x="6327648" y="5971032"/>
            <a:ext cx="3776472" cy="530352"/>
          </a:xfrm>
        </p:spPr>
        <p:txBody>
          <a:bodyPr>
            <a:noAutofit/>
          </a:bodyPr>
          <a:lstStyle>
            <a:lvl1pPr marL="0" indent="0" algn="ctr">
              <a:buNone/>
              <a:defRPr sz="2000">
                <a:solidFill>
                  <a:schemeClr val="accent1"/>
                </a:solidFill>
                <a:latin typeface="Gill Sans Nova Light" panose="020B0302020104020203"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cxnSp>
        <p:nvCxnSpPr>
          <p:cNvPr id="8" name="Straight Connector 7">
            <a:extLst>
              <a:ext uri="{FF2B5EF4-FFF2-40B4-BE49-F238E27FC236}">
                <a16:creationId xmlns:a16="http://schemas.microsoft.com/office/drawing/2014/main" id="{AAA2A54F-058C-EF24-C892-91614AF2D7E8}"/>
              </a:ext>
            </a:extLst>
          </p:cNvPr>
          <p:cNvCxnSpPr>
            <a:cxnSpLocks/>
          </p:cNvCxnSpPr>
          <p:nvPr userDrawn="1"/>
        </p:nvCxnSpPr>
        <p:spPr>
          <a:xfrm flipV="1">
            <a:off x="398367" y="0"/>
            <a:ext cx="0" cy="6858000"/>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1A313A15-57C2-5BD9-DE2B-442792010C50}"/>
              </a:ext>
            </a:extLst>
          </p:cNvPr>
          <p:cNvCxnSpPr>
            <a:cxnSpLocks/>
          </p:cNvCxnSpPr>
          <p:nvPr userDrawn="1"/>
        </p:nvCxnSpPr>
        <p:spPr>
          <a:xfrm flipV="1">
            <a:off x="11793633" y="0"/>
            <a:ext cx="0" cy="6858000"/>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09D750DB-651A-3C95-E822-712897C2D5A4}"/>
              </a:ext>
            </a:extLst>
          </p:cNvPr>
          <p:cNvCxnSpPr>
            <a:cxnSpLocks/>
          </p:cNvCxnSpPr>
          <p:nvPr userDrawn="1"/>
        </p:nvCxnSpPr>
        <p:spPr>
          <a:xfrm>
            <a:off x="398366" y="3226467"/>
            <a:ext cx="11395267" cy="443"/>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6136281F-EE75-A92A-B85E-00B02B5C0B67}"/>
              </a:ext>
            </a:extLst>
          </p:cNvPr>
          <p:cNvCxnSpPr>
            <a:cxnSpLocks/>
          </p:cNvCxnSpPr>
          <p:nvPr userDrawn="1"/>
        </p:nvCxnSpPr>
        <p:spPr>
          <a:xfrm>
            <a:off x="-11430" y="6165891"/>
            <a:ext cx="6339792" cy="0"/>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F5B98AA9-64E2-C5F9-3E90-D02F312EDC52}"/>
              </a:ext>
            </a:extLst>
          </p:cNvPr>
          <p:cNvCxnSpPr>
            <a:cxnSpLocks/>
          </p:cNvCxnSpPr>
          <p:nvPr userDrawn="1"/>
        </p:nvCxnSpPr>
        <p:spPr>
          <a:xfrm>
            <a:off x="10103564" y="6165891"/>
            <a:ext cx="2088436" cy="0"/>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7644035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Picture with Caption">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A0BD26-4C3C-C934-E3C5-C4ABD369E612}"/>
              </a:ext>
            </a:extLst>
          </p:cNvPr>
          <p:cNvSpPr>
            <a:spLocks noGrp="1"/>
          </p:cNvSpPr>
          <p:nvPr>
            <p:ph type="title"/>
          </p:nvPr>
        </p:nvSpPr>
        <p:spPr>
          <a:xfrm>
            <a:off x="5495544" y="0"/>
            <a:ext cx="4370832" cy="2194560"/>
          </a:xfrm>
        </p:spPr>
        <p:txBody>
          <a:bodyPr/>
          <a:lstStyle>
            <a:lvl1pPr algn="l">
              <a:defRPr sz="7200"/>
            </a:lvl1pPr>
          </a:lstStyle>
          <a:p>
            <a:r>
              <a:rPr lang="en-US"/>
              <a:t>Click to edit Master title style</a:t>
            </a:r>
            <a:endParaRPr lang="en-US" dirty="0"/>
          </a:p>
        </p:txBody>
      </p:sp>
      <p:sp>
        <p:nvSpPr>
          <p:cNvPr id="13" name="Picture Placeholder 12">
            <a:extLst>
              <a:ext uri="{FF2B5EF4-FFF2-40B4-BE49-F238E27FC236}">
                <a16:creationId xmlns:a16="http://schemas.microsoft.com/office/drawing/2014/main" id="{54A61420-31F3-2DF5-A319-19A8896350EA}"/>
              </a:ext>
            </a:extLst>
          </p:cNvPr>
          <p:cNvSpPr>
            <a:spLocks noGrp="1"/>
          </p:cNvSpPr>
          <p:nvPr>
            <p:ph type="pic" sz="quarter" idx="13"/>
          </p:nvPr>
        </p:nvSpPr>
        <p:spPr>
          <a:xfrm>
            <a:off x="1" y="3810"/>
            <a:ext cx="4856184" cy="6850379"/>
          </a:xfrm>
          <a:ln w="15875">
            <a:solidFill>
              <a:schemeClr val="tx1"/>
            </a:solidFill>
          </a:ln>
        </p:spPr>
        <p:txBody>
          <a:bodyPr/>
          <a:lstStyle/>
          <a:p>
            <a:r>
              <a:rPr lang="en-US"/>
              <a:t>Click icon to add picture</a:t>
            </a:r>
            <a:endParaRPr lang="en-US" dirty="0"/>
          </a:p>
        </p:txBody>
      </p:sp>
      <p:sp>
        <p:nvSpPr>
          <p:cNvPr id="3" name="Content Placeholder 2">
            <a:extLst>
              <a:ext uri="{FF2B5EF4-FFF2-40B4-BE49-F238E27FC236}">
                <a16:creationId xmlns:a16="http://schemas.microsoft.com/office/drawing/2014/main" id="{D53F374C-57DC-E207-D494-6986428A2D60}"/>
              </a:ext>
            </a:extLst>
          </p:cNvPr>
          <p:cNvSpPr>
            <a:spLocks noGrp="1"/>
          </p:cNvSpPr>
          <p:nvPr>
            <p:ph idx="1"/>
          </p:nvPr>
        </p:nvSpPr>
        <p:spPr>
          <a:xfrm>
            <a:off x="4856185" y="2212849"/>
            <a:ext cx="7335814" cy="464515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6163547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F32D5F1B-4B4F-5C42-0EFC-AE54D2C4EC2F}"/>
              </a:ext>
            </a:extLst>
          </p:cNvPr>
          <p:cNvSpPr>
            <a:spLocks noGrp="1"/>
          </p:cNvSpPr>
          <p:nvPr>
            <p:ph type="pic" sz="quarter" idx="10"/>
          </p:nvPr>
        </p:nvSpPr>
        <p:spPr>
          <a:xfrm>
            <a:off x="0" y="0"/>
            <a:ext cx="12192000" cy="6858000"/>
          </a:xfrm>
          <a:solidFill>
            <a:schemeClr val="accent2">
              <a:lumMod val="40000"/>
              <a:lumOff val="60000"/>
            </a:schemeClr>
          </a:solidFill>
        </p:spPr>
        <p:txBody>
          <a:bodyPr/>
          <a:lstStyle>
            <a:lvl1pPr marL="0" indent="0">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FE63A1AE-C2A2-3984-EE25-E51E8DD651B1}"/>
              </a:ext>
            </a:extLst>
          </p:cNvPr>
          <p:cNvSpPr>
            <a:spLocks noGrp="1"/>
          </p:cNvSpPr>
          <p:nvPr>
            <p:ph type="title"/>
          </p:nvPr>
        </p:nvSpPr>
        <p:spPr>
          <a:xfrm>
            <a:off x="1508760" y="1188720"/>
            <a:ext cx="9171432" cy="4480560"/>
          </a:xfrm>
          <a:ln w="15875">
            <a:solidFill>
              <a:schemeClr val="accent1"/>
            </a:solidFill>
          </a:ln>
        </p:spPr>
        <p:txBody>
          <a:bodyPr lIns="365760" bIns="640080" anchor="ctr"/>
          <a:lstStyle>
            <a:lvl1pPr>
              <a:defRPr sz="7200">
                <a:solidFill>
                  <a:schemeClr val="accent1"/>
                </a:solidFill>
              </a:defRPr>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C27A141F-6D41-3734-9073-FB0B24ECBB3C}"/>
              </a:ext>
            </a:extLst>
          </p:cNvPr>
          <p:cNvSpPr>
            <a:spLocks noGrp="1"/>
          </p:cNvSpPr>
          <p:nvPr>
            <p:ph type="body" idx="1"/>
          </p:nvPr>
        </p:nvSpPr>
        <p:spPr>
          <a:xfrm>
            <a:off x="6665976" y="5102352"/>
            <a:ext cx="2889504" cy="365760"/>
          </a:xfrm>
        </p:spPr>
        <p:txBody>
          <a:bodyPr/>
          <a:lstStyle>
            <a:lvl1pPr marL="0" indent="0" algn="ctr">
              <a:lnSpc>
                <a:spcPct val="100000"/>
              </a:lnSpc>
              <a:spcBef>
                <a:spcPts val="0"/>
              </a:spcBef>
              <a:buNone/>
              <a:defRPr sz="180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39413742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with picture">
    <p:bg>
      <p:bgPr>
        <a:solidFill>
          <a:schemeClr val="accent4">
            <a:lumMod val="50000"/>
          </a:schemeClr>
        </a:solidFill>
        <a:effectLst/>
      </p:bgPr>
    </p:bg>
    <p:spTree>
      <p:nvGrpSpPr>
        <p:cNvPr id="1" name=""/>
        <p:cNvGrpSpPr/>
        <p:nvPr/>
      </p:nvGrpSpPr>
      <p:grpSpPr>
        <a:xfrm>
          <a:off x="0" y="0"/>
          <a:ext cx="0" cy="0"/>
          <a:chOff x="0" y="0"/>
          <a:chExt cx="0" cy="0"/>
        </a:xfrm>
      </p:grpSpPr>
      <p:sp>
        <p:nvSpPr>
          <p:cNvPr id="20" name="Picture Placeholder 19">
            <a:extLst>
              <a:ext uri="{FF2B5EF4-FFF2-40B4-BE49-F238E27FC236}">
                <a16:creationId xmlns:a16="http://schemas.microsoft.com/office/drawing/2014/main" id="{B66CC86A-5147-8A3A-D69B-E3F6DBACAE98}"/>
              </a:ext>
            </a:extLst>
          </p:cNvPr>
          <p:cNvSpPr>
            <a:spLocks noGrp="1"/>
          </p:cNvSpPr>
          <p:nvPr>
            <p:ph type="pic" sz="quarter" idx="13"/>
          </p:nvPr>
        </p:nvSpPr>
        <p:spPr>
          <a:xfrm>
            <a:off x="1636301" y="928122"/>
            <a:ext cx="3251199" cy="5001754"/>
          </a:xfrm>
          <a:ln w="15875">
            <a:solidFill>
              <a:schemeClr val="accent1"/>
            </a:solidFill>
          </a:ln>
        </p:spPr>
        <p:txBody>
          <a:bodyPr anchor="ctr"/>
          <a:lstStyle>
            <a:lvl1pPr marL="0" indent="0" algn="ctr">
              <a:buNone/>
              <a:defRPr>
                <a:solidFill>
                  <a:schemeClr val="accent1"/>
                </a:solidFill>
              </a:defRPr>
            </a:lvl1pPr>
          </a:lstStyle>
          <a:p>
            <a:r>
              <a:rPr lang="en-US"/>
              <a:t>Click icon to add picture</a:t>
            </a:r>
            <a:endParaRPr lang="en-US" dirty="0"/>
          </a:p>
        </p:txBody>
      </p:sp>
      <p:sp>
        <p:nvSpPr>
          <p:cNvPr id="2" name="Title 1">
            <a:extLst>
              <a:ext uri="{FF2B5EF4-FFF2-40B4-BE49-F238E27FC236}">
                <a16:creationId xmlns:a16="http://schemas.microsoft.com/office/drawing/2014/main" id="{95A0BD26-4C3C-C934-E3C5-C4ABD369E612}"/>
              </a:ext>
            </a:extLst>
          </p:cNvPr>
          <p:cNvSpPr>
            <a:spLocks noGrp="1"/>
          </p:cNvSpPr>
          <p:nvPr>
            <p:ph type="title"/>
          </p:nvPr>
        </p:nvSpPr>
        <p:spPr>
          <a:xfrm>
            <a:off x="6400800" y="1225296"/>
            <a:ext cx="4718304" cy="1645920"/>
          </a:xfrm>
        </p:spPr>
        <p:txBody>
          <a:bodyPr/>
          <a:lstStyle>
            <a:lvl1pPr>
              <a:defRPr baseline="0">
                <a:solidFill>
                  <a:schemeClr val="accent1"/>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D53F374C-57DC-E207-D494-6986428A2D60}"/>
              </a:ext>
            </a:extLst>
          </p:cNvPr>
          <p:cNvSpPr>
            <a:spLocks noGrp="1"/>
          </p:cNvSpPr>
          <p:nvPr>
            <p:ph idx="1"/>
          </p:nvPr>
        </p:nvSpPr>
        <p:spPr>
          <a:xfrm>
            <a:off x="6400800" y="2898648"/>
            <a:ext cx="4370832" cy="2029968"/>
          </a:xfrm>
        </p:spPr>
        <p:txBody>
          <a:bodyPr/>
          <a:lstStyle>
            <a:lvl1pPr marL="0" indent="0">
              <a:lnSpc>
                <a:spcPct val="100000"/>
              </a:lnSpc>
              <a:buNone/>
              <a:defRPr sz="1800">
                <a:solidFill>
                  <a:schemeClr val="accent1"/>
                </a:solidFill>
              </a:defRPr>
            </a:lvl1pPr>
            <a:lvl2pPr marL="566928" indent="-283464">
              <a:lnSpc>
                <a:spcPct val="100000"/>
              </a:lnSpc>
              <a:buFont typeface="Wingdings" panose="05000000000000000000" pitchFamily="2" charset="2"/>
              <a:buChar char="§"/>
              <a:defRPr sz="1600">
                <a:solidFill>
                  <a:schemeClr val="accent1"/>
                </a:solidFill>
              </a:defRPr>
            </a:lvl2pPr>
            <a:lvl3pPr marL="850392" indent="-283464">
              <a:lnSpc>
                <a:spcPct val="100000"/>
              </a:lnSpc>
              <a:buFont typeface="Wingdings" panose="05000000000000000000" pitchFamily="2" charset="2"/>
              <a:buChar char="§"/>
              <a:defRPr sz="1400">
                <a:solidFill>
                  <a:schemeClr val="accent1"/>
                </a:solidFill>
              </a:defRPr>
            </a:lvl3pPr>
            <a:lvl4pPr marL="1133856" indent="-283464">
              <a:lnSpc>
                <a:spcPct val="100000"/>
              </a:lnSpc>
              <a:buFont typeface="Wingdings" panose="05000000000000000000" pitchFamily="2" charset="2"/>
              <a:buChar char="§"/>
              <a:defRPr sz="1200">
                <a:solidFill>
                  <a:schemeClr val="accent1"/>
                </a:solidFill>
              </a:defRPr>
            </a:lvl4pPr>
            <a:lvl5pPr marL="1417320" indent="-283464">
              <a:lnSpc>
                <a:spcPct val="100000"/>
              </a:lnSpc>
              <a:buFont typeface="Wingdings" panose="05000000000000000000" pitchFamily="2" charset="2"/>
              <a:buChar char="§"/>
              <a:defRPr sz="1200">
                <a:solidFill>
                  <a:schemeClr val="accent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5">
            <a:extLst>
              <a:ext uri="{FF2B5EF4-FFF2-40B4-BE49-F238E27FC236}">
                <a16:creationId xmlns:a16="http://schemas.microsoft.com/office/drawing/2014/main" id="{2101ABA6-5EA3-1AE9-0825-523073F786ED}"/>
              </a:ext>
            </a:extLst>
          </p:cNvPr>
          <p:cNvSpPr>
            <a:spLocks noGrp="1"/>
          </p:cNvSpPr>
          <p:nvPr>
            <p:ph type="sldNum" sz="quarter" idx="12"/>
          </p:nvPr>
        </p:nvSpPr>
        <p:spPr>
          <a:xfrm>
            <a:off x="616640" y="6517634"/>
            <a:ext cx="950258" cy="274320"/>
          </a:xfrm>
          <a:prstGeom prst="rect">
            <a:avLst/>
          </a:prstGeom>
        </p:spPr>
        <p:txBody>
          <a:bodyPr/>
          <a:lstStyle>
            <a:lvl1pPr>
              <a:defRPr>
                <a:solidFill>
                  <a:schemeClr val="accent1"/>
                </a:solidFill>
              </a:defRPr>
            </a:lvl1pPr>
          </a:lstStyle>
          <a:p>
            <a:fld id="{84D792B7-0397-C047-AE12-1A03F7E3DC83}" type="slidenum">
              <a:rPr lang="en-US" smtClean="0"/>
              <a:pPr/>
              <a:t>‹#›</a:t>
            </a:fld>
            <a:endParaRPr lang="en-US" dirty="0"/>
          </a:p>
        </p:txBody>
      </p:sp>
      <p:sp>
        <p:nvSpPr>
          <p:cNvPr id="5" name="Footer Placeholder 4">
            <a:extLst>
              <a:ext uri="{FF2B5EF4-FFF2-40B4-BE49-F238E27FC236}">
                <a16:creationId xmlns:a16="http://schemas.microsoft.com/office/drawing/2014/main" id="{726C5317-E14C-8E61-2C1E-0430778E8A0C}"/>
              </a:ext>
            </a:extLst>
          </p:cNvPr>
          <p:cNvSpPr>
            <a:spLocks noGrp="1"/>
          </p:cNvSpPr>
          <p:nvPr>
            <p:ph type="ftr" sz="quarter" idx="11"/>
          </p:nvPr>
        </p:nvSpPr>
        <p:spPr>
          <a:xfrm>
            <a:off x="4808250" y="6517634"/>
            <a:ext cx="2572870" cy="274320"/>
          </a:xfrm>
          <a:prstGeom prst="rect">
            <a:avLst/>
          </a:prstGeom>
        </p:spPr>
        <p:txBody>
          <a:bodyPr/>
          <a:lstStyle>
            <a:lvl1pPr>
              <a:defRPr>
                <a:solidFill>
                  <a:schemeClr val="accent1"/>
                </a:solidFill>
              </a:defRPr>
            </a:lvl1pPr>
          </a:lstStyle>
          <a:p>
            <a:r>
              <a:rPr lang="en-US"/>
              <a:t>presentation title</a:t>
            </a:r>
            <a:endParaRPr lang="en-US" dirty="0"/>
          </a:p>
        </p:txBody>
      </p:sp>
      <p:sp>
        <p:nvSpPr>
          <p:cNvPr id="4" name="Date Placeholder 3">
            <a:extLst>
              <a:ext uri="{FF2B5EF4-FFF2-40B4-BE49-F238E27FC236}">
                <a16:creationId xmlns:a16="http://schemas.microsoft.com/office/drawing/2014/main" id="{5A514D0E-ED92-E1A4-0E78-546375A0A63E}"/>
              </a:ext>
            </a:extLst>
          </p:cNvPr>
          <p:cNvSpPr>
            <a:spLocks noGrp="1"/>
          </p:cNvSpPr>
          <p:nvPr>
            <p:ph type="dt" sz="half" idx="10"/>
          </p:nvPr>
        </p:nvSpPr>
        <p:spPr/>
        <p:txBody>
          <a:bodyPr/>
          <a:lstStyle>
            <a:lvl1pPr>
              <a:defRPr>
                <a:solidFill>
                  <a:schemeClr val="accent1"/>
                </a:solidFill>
              </a:defRPr>
            </a:lvl1pPr>
          </a:lstStyle>
          <a:p>
            <a:r>
              <a:rPr lang="en-US"/>
              <a:t>20XX</a:t>
            </a:r>
            <a:endParaRPr lang="en-US" dirty="0"/>
          </a:p>
        </p:txBody>
      </p:sp>
      <p:cxnSp>
        <p:nvCxnSpPr>
          <p:cNvPr id="8" name="Straight Connector 7">
            <a:extLst>
              <a:ext uri="{FF2B5EF4-FFF2-40B4-BE49-F238E27FC236}">
                <a16:creationId xmlns:a16="http://schemas.microsoft.com/office/drawing/2014/main" id="{011CC225-384C-A7E8-AFBF-89D35684100D}"/>
              </a:ext>
            </a:extLst>
          </p:cNvPr>
          <p:cNvCxnSpPr>
            <a:cxnSpLocks/>
          </p:cNvCxnSpPr>
          <p:nvPr userDrawn="1"/>
        </p:nvCxnSpPr>
        <p:spPr>
          <a:xfrm>
            <a:off x="0" y="395159"/>
            <a:ext cx="12192000" cy="0"/>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959E07A8-FF17-EE00-CEAE-9071F30D748F}"/>
              </a:ext>
            </a:extLst>
          </p:cNvPr>
          <p:cNvCxnSpPr>
            <a:cxnSpLocks/>
          </p:cNvCxnSpPr>
          <p:nvPr userDrawn="1"/>
        </p:nvCxnSpPr>
        <p:spPr>
          <a:xfrm>
            <a:off x="0" y="6439485"/>
            <a:ext cx="12192000" cy="0"/>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D352F90E-8B45-B50A-6BB9-250D96DE376E}"/>
              </a:ext>
            </a:extLst>
          </p:cNvPr>
          <p:cNvCxnSpPr>
            <a:cxnSpLocks/>
          </p:cNvCxnSpPr>
          <p:nvPr userDrawn="1"/>
        </p:nvCxnSpPr>
        <p:spPr>
          <a:xfrm flipV="1">
            <a:off x="398367" y="0"/>
            <a:ext cx="0" cy="6858000"/>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D3915D5E-49E8-33A0-1B5E-9B7880A4BC60}"/>
              </a:ext>
            </a:extLst>
          </p:cNvPr>
          <p:cNvCxnSpPr>
            <a:cxnSpLocks/>
          </p:cNvCxnSpPr>
          <p:nvPr userDrawn="1"/>
        </p:nvCxnSpPr>
        <p:spPr>
          <a:xfrm flipV="1">
            <a:off x="11793633" y="0"/>
            <a:ext cx="0" cy="6858000"/>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CE56D179-21F4-E208-F1F2-385E53DC3F00}"/>
              </a:ext>
            </a:extLst>
          </p:cNvPr>
          <p:cNvCxnSpPr>
            <a:cxnSpLocks/>
          </p:cNvCxnSpPr>
          <p:nvPr userDrawn="1"/>
        </p:nvCxnSpPr>
        <p:spPr>
          <a:xfrm flipV="1">
            <a:off x="6096000" y="395159"/>
            <a:ext cx="0" cy="6044326"/>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73455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A0BD26-4C3C-C934-E3C5-C4ABD369E612}"/>
              </a:ext>
            </a:extLst>
          </p:cNvPr>
          <p:cNvSpPr>
            <a:spLocks noGrp="1"/>
          </p:cNvSpPr>
          <p:nvPr>
            <p:ph type="title"/>
          </p:nvPr>
        </p:nvSpPr>
        <p:spPr>
          <a:xfrm>
            <a:off x="2039112" y="54864"/>
            <a:ext cx="8165592" cy="969264"/>
          </a:xfrm>
        </p:spPr>
        <p:txBody>
          <a:bodyPr/>
          <a:lstStyle>
            <a:lvl1pPr algn="ctr">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D53F374C-57DC-E207-D494-6986428A2D60}"/>
              </a:ext>
            </a:extLst>
          </p:cNvPr>
          <p:cNvSpPr>
            <a:spLocks noGrp="1"/>
          </p:cNvSpPr>
          <p:nvPr>
            <p:ph idx="1"/>
          </p:nvPr>
        </p:nvSpPr>
        <p:spPr>
          <a:xfrm>
            <a:off x="987552" y="1444752"/>
            <a:ext cx="10287000" cy="45628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2101ABA6-5EA3-1AE9-0825-523073F786ED}"/>
              </a:ext>
            </a:extLst>
          </p:cNvPr>
          <p:cNvSpPr>
            <a:spLocks noGrp="1"/>
          </p:cNvSpPr>
          <p:nvPr>
            <p:ph type="sldNum" sz="quarter" idx="12"/>
          </p:nvPr>
        </p:nvSpPr>
        <p:spPr>
          <a:xfrm>
            <a:off x="616640" y="6517634"/>
            <a:ext cx="950258" cy="274320"/>
          </a:xfrm>
          <a:prstGeom prst="rect">
            <a:avLst/>
          </a:prstGeom>
        </p:spPr>
        <p:txBody>
          <a:bodyPr/>
          <a:lstStyle/>
          <a:p>
            <a:fld id="{84D792B7-0397-C047-AE12-1A03F7E3DC83}" type="slidenum">
              <a:rPr lang="en-US" smtClean="0"/>
              <a:t>‹#›</a:t>
            </a:fld>
            <a:endParaRPr lang="en-US" dirty="0"/>
          </a:p>
        </p:txBody>
      </p:sp>
      <p:sp>
        <p:nvSpPr>
          <p:cNvPr id="5" name="Footer Placeholder 4">
            <a:extLst>
              <a:ext uri="{FF2B5EF4-FFF2-40B4-BE49-F238E27FC236}">
                <a16:creationId xmlns:a16="http://schemas.microsoft.com/office/drawing/2014/main" id="{726C5317-E14C-8E61-2C1E-0430778E8A0C}"/>
              </a:ext>
            </a:extLst>
          </p:cNvPr>
          <p:cNvSpPr>
            <a:spLocks noGrp="1"/>
          </p:cNvSpPr>
          <p:nvPr>
            <p:ph type="ftr" sz="quarter" idx="11"/>
          </p:nvPr>
        </p:nvSpPr>
        <p:spPr>
          <a:xfrm>
            <a:off x="4808250" y="6517634"/>
            <a:ext cx="2572870" cy="274320"/>
          </a:xfrm>
          <a:prstGeom prst="rect">
            <a:avLst/>
          </a:prstGeom>
        </p:spPr>
        <p:txBody>
          <a:bodyPr/>
          <a:lstStyle/>
          <a:p>
            <a:r>
              <a:rPr lang="en-US" dirty="0"/>
              <a:t>presentation title</a:t>
            </a:r>
          </a:p>
        </p:txBody>
      </p:sp>
      <p:sp>
        <p:nvSpPr>
          <p:cNvPr id="4" name="Date Placeholder 3">
            <a:extLst>
              <a:ext uri="{FF2B5EF4-FFF2-40B4-BE49-F238E27FC236}">
                <a16:creationId xmlns:a16="http://schemas.microsoft.com/office/drawing/2014/main" id="{5A514D0E-ED92-E1A4-0E78-546375A0A63E}"/>
              </a:ext>
            </a:extLst>
          </p:cNvPr>
          <p:cNvSpPr>
            <a:spLocks noGrp="1"/>
          </p:cNvSpPr>
          <p:nvPr>
            <p:ph type="dt" sz="half" idx="10"/>
          </p:nvPr>
        </p:nvSpPr>
        <p:spPr/>
        <p:txBody>
          <a:bodyPr/>
          <a:lstStyle/>
          <a:p>
            <a:r>
              <a:rPr lang="en-US"/>
              <a:t>20XX</a:t>
            </a:r>
            <a:endParaRPr lang="en-US" dirty="0"/>
          </a:p>
        </p:txBody>
      </p:sp>
      <p:cxnSp>
        <p:nvCxnSpPr>
          <p:cNvPr id="8" name="Straight Connector 7">
            <a:extLst>
              <a:ext uri="{FF2B5EF4-FFF2-40B4-BE49-F238E27FC236}">
                <a16:creationId xmlns:a16="http://schemas.microsoft.com/office/drawing/2014/main" id="{61B47E35-6C3A-C32C-9037-4D421B7FAE15}"/>
              </a:ext>
            </a:extLst>
          </p:cNvPr>
          <p:cNvCxnSpPr>
            <a:cxnSpLocks/>
          </p:cNvCxnSpPr>
          <p:nvPr userDrawn="1"/>
        </p:nvCxnSpPr>
        <p:spPr>
          <a:xfrm>
            <a:off x="398366" y="1031955"/>
            <a:ext cx="11395267"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B8DBFA4F-F38F-EF0F-7457-5210BB03F444}"/>
              </a:ext>
            </a:extLst>
          </p:cNvPr>
          <p:cNvCxnSpPr>
            <a:cxnSpLocks/>
          </p:cNvCxnSpPr>
          <p:nvPr userDrawn="1"/>
        </p:nvCxnSpPr>
        <p:spPr>
          <a:xfrm>
            <a:off x="0" y="6439485"/>
            <a:ext cx="1219200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568DEE4A-F4AB-FB9A-FDD7-3AFBB5A2740B}"/>
              </a:ext>
            </a:extLst>
          </p:cNvPr>
          <p:cNvCxnSpPr>
            <a:cxnSpLocks/>
          </p:cNvCxnSpPr>
          <p:nvPr userDrawn="1"/>
        </p:nvCxnSpPr>
        <p:spPr>
          <a:xfrm flipV="1">
            <a:off x="398367" y="0"/>
            <a:ext cx="0" cy="685800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EC921DE1-D458-FC03-01B4-9ECBDF8B6F27}"/>
              </a:ext>
            </a:extLst>
          </p:cNvPr>
          <p:cNvCxnSpPr>
            <a:cxnSpLocks/>
          </p:cNvCxnSpPr>
          <p:nvPr userDrawn="1"/>
        </p:nvCxnSpPr>
        <p:spPr>
          <a:xfrm flipV="1">
            <a:off x="11793633" y="0"/>
            <a:ext cx="0" cy="685800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04926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eam x4">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A0BD26-4C3C-C934-E3C5-C4ABD369E612}"/>
              </a:ext>
            </a:extLst>
          </p:cNvPr>
          <p:cNvSpPr>
            <a:spLocks noGrp="1"/>
          </p:cNvSpPr>
          <p:nvPr>
            <p:ph type="title"/>
          </p:nvPr>
        </p:nvSpPr>
        <p:spPr>
          <a:xfrm>
            <a:off x="640080" y="466344"/>
            <a:ext cx="3236976" cy="996696"/>
          </a:xfrm>
        </p:spPr>
        <p:txBody>
          <a:bodyPr/>
          <a:lstStyle>
            <a:lvl1pPr>
              <a:defRPr>
                <a:solidFill>
                  <a:schemeClr val="accent1"/>
                </a:solidFill>
              </a:defRPr>
            </a:lvl1pPr>
          </a:lstStyle>
          <a:p>
            <a:r>
              <a:rPr lang="en-US"/>
              <a:t>Click to edit Master title style</a:t>
            </a:r>
            <a:endParaRPr lang="en-US" dirty="0"/>
          </a:p>
        </p:txBody>
      </p:sp>
      <p:sp>
        <p:nvSpPr>
          <p:cNvPr id="19" name="Text Placeholder 2">
            <a:extLst>
              <a:ext uri="{FF2B5EF4-FFF2-40B4-BE49-F238E27FC236}">
                <a16:creationId xmlns:a16="http://schemas.microsoft.com/office/drawing/2014/main" id="{CB1722C2-4C66-F8BA-B3DD-6199116EFB25}"/>
              </a:ext>
            </a:extLst>
          </p:cNvPr>
          <p:cNvSpPr>
            <a:spLocks noGrp="1"/>
          </p:cNvSpPr>
          <p:nvPr>
            <p:ph type="body" idx="1"/>
          </p:nvPr>
        </p:nvSpPr>
        <p:spPr>
          <a:xfrm>
            <a:off x="630936" y="1618488"/>
            <a:ext cx="1819656" cy="466344"/>
          </a:xfrm>
        </p:spPr>
        <p:txBody>
          <a:bodyPr anchor="t"/>
          <a:lstStyle>
            <a:lvl1pPr marL="0" indent="0">
              <a:lnSpc>
                <a:spcPct val="100000"/>
              </a:lnSpc>
              <a:spcBef>
                <a:spcPts val="0"/>
              </a:spcBef>
              <a:buNone/>
              <a:defRPr sz="1800" b="0">
                <a:solidFill>
                  <a:schemeClr val="accent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1" name="Text Placeholder 2">
            <a:extLst>
              <a:ext uri="{FF2B5EF4-FFF2-40B4-BE49-F238E27FC236}">
                <a16:creationId xmlns:a16="http://schemas.microsoft.com/office/drawing/2014/main" id="{EEF857FA-9C5E-BED3-1ABB-A734EE39340B}"/>
              </a:ext>
            </a:extLst>
          </p:cNvPr>
          <p:cNvSpPr>
            <a:spLocks noGrp="1"/>
          </p:cNvSpPr>
          <p:nvPr>
            <p:ph type="body" idx="14"/>
          </p:nvPr>
        </p:nvSpPr>
        <p:spPr>
          <a:xfrm>
            <a:off x="3584448" y="1618488"/>
            <a:ext cx="1819656" cy="466344"/>
          </a:xfrm>
        </p:spPr>
        <p:txBody>
          <a:bodyPr anchor="t"/>
          <a:lstStyle>
            <a:lvl1pPr marL="0" indent="0">
              <a:lnSpc>
                <a:spcPct val="100000"/>
              </a:lnSpc>
              <a:spcBef>
                <a:spcPts val="0"/>
              </a:spcBef>
              <a:buNone/>
              <a:defRPr sz="1800" b="0">
                <a:solidFill>
                  <a:schemeClr val="accent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2" name="Text Placeholder 2">
            <a:extLst>
              <a:ext uri="{FF2B5EF4-FFF2-40B4-BE49-F238E27FC236}">
                <a16:creationId xmlns:a16="http://schemas.microsoft.com/office/drawing/2014/main" id="{F990F14B-1D1F-AA8D-BB23-FA8F7EEF666B}"/>
              </a:ext>
            </a:extLst>
          </p:cNvPr>
          <p:cNvSpPr>
            <a:spLocks noGrp="1"/>
          </p:cNvSpPr>
          <p:nvPr>
            <p:ph type="body" idx="15"/>
          </p:nvPr>
        </p:nvSpPr>
        <p:spPr>
          <a:xfrm>
            <a:off x="6483096" y="1618488"/>
            <a:ext cx="1819656" cy="466344"/>
          </a:xfrm>
        </p:spPr>
        <p:txBody>
          <a:bodyPr anchor="t"/>
          <a:lstStyle>
            <a:lvl1pPr marL="0" indent="0">
              <a:lnSpc>
                <a:spcPct val="100000"/>
              </a:lnSpc>
              <a:spcBef>
                <a:spcPts val="0"/>
              </a:spcBef>
              <a:buNone/>
              <a:defRPr sz="1800" b="0">
                <a:solidFill>
                  <a:schemeClr val="accent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4">
            <a:extLst>
              <a:ext uri="{FF2B5EF4-FFF2-40B4-BE49-F238E27FC236}">
                <a16:creationId xmlns:a16="http://schemas.microsoft.com/office/drawing/2014/main" id="{7D1D0610-E513-F5EA-0393-622F692CA0F2}"/>
              </a:ext>
            </a:extLst>
          </p:cNvPr>
          <p:cNvSpPr>
            <a:spLocks noGrp="1"/>
          </p:cNvSpPr>
          <p:nvPr>
            <p:ph type="body" sz="quarter" idx="3"/>
          </p:nvPr>
        </p:nvSpPr>
        <p:spPr>
          <a:xfrm>
            <a:off x="9528048" y="1618488"/>
            <a:ext cx="1819656" cy="466344"/>
          </a:xfrm>
        </p:spPr>
        <p:txBody>
          <a:bodyPr anchor="t"/>
          <a:lstStyle>
            <a:lvl1pPr marL="0" indent="0">
              <a:lnSpc>
                <a:spcPct val="100000"/>
              </a:lnSpc>
              <a:spcBef>
                <a:spcPts val="0"/>
              </a:spcBef>
              <a:buNone/>
              <a:defRPr sz="1800" b="0">
                <a:solidFill>
                  <a:schemeClr val="accent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4" name="Text Placeholder 2">
            <a:extLst>
              <a:ext uri="{FF2B5EF4-FFF2-40B4-BE49-F238E27FC236}">
                <a16:creationId xmlns:a16="http://schemas.microsoft.com/office/drawing/2014/main" id="{68F906E4-47B1-BEE5-E30F-146C6869BF2D}"/>
              </a:ext>
            </a:extLst>
          </p:cNvPr>
          <p:cNvSpPr>
            <a:spLocks noGrp="1"/>
          </p:cNvSpPr>
          <p:nvPr>
            <p:ph type="body" idx="17"/>
          </p:nvPr>
        </p:nvSpPr>
        <p:spPr>
          <a:xfrm>
            <a:off x="630936" y="2414016"/>
            <a:ext cx="2167128" cy="310896"/>
          </a:xfrm>
        </p:spPr>
        <p:txBody>
          <a:bodyPr anchor="t"/>
          <a:lstStyle>
            <a:lvl1pPr marL="0" indent="0">
              <a:lnSpc>
                <a:spcPct val="100000"/>
              </a:lnSpc>
              <a:spcBef>
                <a:spcPts val="0"/>
              </a:spcBef>
              <a:buNone/>
              <a:defRPr sz="1400" b="0">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Text Placeholder 2">
            <a:extLst>
              <a:ext uri="{FF2B5EF4-FFF2-40B4-BE49-F238E27FC236}">
                <a16:creationId xmlns:a16="http://schemas.microsoft.com/office/drawing/2014/main" id="{5C6EFDC5-2080-3126-AB93-FB89817B2C28}"/>
              </a:ext>
            </a:extLst>
          </p:cNvPr>
          <p:cNvSpPr>
            <a:spLocks noGrp="1"/>
          </p:cNvSpPr>
          <p:nvPr>
            <p:ph type="body" idx="19"/>
          </p:nvPr>
        </p:nvSpPr>
        <p:spPr>
          <a:xfrm>
            <a:off x="3584448" y="2414016"/>
            <a:ext cx="2167128" cy="310896"/>
          </a:xfrm>
        </p:spPr>
        <p:txBody>
          <a:bodyPr anchor="t"/>
          <a:lstStyle>
            <a:lvl1pPr marL="0" indent="0">
              <a:lnSpc>
                <a:spcPct val="100000"/>
              </a:lnSpc>
              <a:spcBef>
                <a:spcPts val="0"/>
              </a:spcBef>
              <a:buNone/>
              <a:defRPr sz="1400" b="0">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7" name="Text Placeholder 2">
            <a:extLst>
              <a:ext uri="{FF2B5EF4-FFF2-40B4-BE49-F238E27FC236}">
                <a16:creationId xmlns:a16="http://schemas.microsoft.com/office/drawing/2014/main" id="{D6CD9CDA-E122-F6EB-30B5-26D7E17771AB}"/>
              </a:ext>
            </a:extLst>
          </p:cNvPr>
          <p:cNvSpPr>
            <a:spLocks noGrp="1"/>
          </p:cNvSpPr>
          <p:nvPr>
            <p:ph type="body" idx="20"/>
          </p:nvPr>
        </p:nvSpPr>
        <p:spPr>
          <a:xfrm>
            <a:off x="6483096" y="2414016"/>
            <a:ext cx="2167128" cy="310896"/>
          </a:xfrm>
        </p:spPr>
        <p:txBody>
          <a:bodyPr anchor="t"/>
          <a:lstStyle>
            <a:lvl1pPr marL="0" indent="0">
              <a:lnSpc>
                <a:spcPct val="100000"/>
              </a:lnSpc>
              <a:spcBef>
                <a:spcPts val="0"/>
              </a:spcBef>
              <a:buNone/>
              <a:defRPr sz="1400" b="0">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5" name="Text Placeholder 4">
            <a:extLst>
              <a:ext uri="{FF2B5EF4-FFF2-40B4-BE49-F238E27FC236}">
                <a16:creationId xmlns:a16="http://schemas.microsoft.com/office/drawing/2014/main" id="{3BF37293-4E33-5570-29ED-04EB525DD199}"/>
              </a:ext>
            </a:extLst>
          </p:cNvPr>
          <p:cNvSpPr>
            <a:spLocks noGrp="1"/>
          </p:cNvSpPr>
          <p:nvPr>
            <p:ph type="body" sz="quarter" idx="18"/>
          </p:nvPr>
        </p:nvSpPr>
        <p:spPr>
          <a:xfrm>
            <a:off x="9528048" y="2414016"/>
            <a:ext cx="2167128" cy="310896"/>
          </a:xfrm>
        </p:spPr>
        <p:txBody>
          <a:bodyPr anchor="t"/>
          <a:lstStyle>
            <a:lvl1pPr marL="0" indent="0">
              <a:lnSpc>
                <a:spcPct val="100000"/>
              </a:lnSpc>
              <a:spcBef>
                <a:spcPts val="0"/>
              </a:spcBef>
              <a:buNone/>
              <a:defRPr sz="1400" b="0">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2" name="Picture Placeholder 31">
            <a:extLst>
              <a:ext uri="{FF2B5EF4-FFF2-40B4-BE49-F238E27FC236}">
                <a16:creationId xmlns:a16="http://schemas.microsoft.com/office/drawing/2014/main" id="{87F13219-232C-C38C-7D86-D48FAC7D8270}"/>
              </a:ext>
            </a:extLst>
          </p:cNvPr>
          <p:cNvSpPr>
            <a:spLocks noGrp="1"/>
          </p:cNvSpPr>
          <p:nvPr>
            <p:ph type="pic" sz="quarter" idx="22"/>
          </p:nvPr>
        </p:nvSpPr>
        <p:spPr>
          <a:xfrm>
            <a:off x="740664" y="2852928"/>
            <a:ext cx="1892808" cy="2715768"/>
          </a:xfrm>
          <a:solidFill>
            <a:schemeClr val="tx2">
              <a:lumMod val="60000"/>
              <a:lumOff val="40000"/>
            </a:schemeClr>
          </a:solidFill>
          <a:ln w="15875">
            <a:solidFill>
              <a:schemeClr val="accent1"/>
            </a:solidFill>
          </a:ln>
        </p:spPr>
        <p:txBody>
          <a:bodyPr anchor="ctr"/>
          <a:lstStyle>
            <a:lvl1pPr marL="0" indent="0" algn="ctr">
              <a:buNone/>
              <a:defRPr sz="1200"/>
            </a:lvl1pPr>
          </a:lstStyle>
          <a:p>
            <a:r>
              <a:rPr lang="en-US"/>
              <a:t>Click icon to add picture</a:t>
            </a:r>
            <a:endParaRPr lang="en-US" dirty="0"/>
          </a:p>
        </p:txBody>
      </p:sp>
      <p:sp>
        <p:nvSpPr>
          <p:cNvPr id="33" name="Picture Placeholder 31">
            <a:extLst>
              <a:ext uri="{FF2B5EF4-FFF2-40B4-BE49-F238E27FC236}">
                <a16:creationId xmlns:a16="http://schemas.microsoft.com/office/drawing/2014/main" id="{F8C639A8-0897-2015-9829-94E98335DF21}"/>
              </a:ext>
            </a:extLst>
          </p:cNvPr>
          <p:cNvSpPr>
            <a:spLocks noGrp="1"/>
          </p:cNvSpPr>
          <p:nvPr>
            <p:ph type="pic" sz="quarter" idx="23"/>
          </p:nvPr>
        </p:nvSpPr>
        <p:spPr>
          <a:xfrm>
            <a:off x="3685032" y="2852928"/>
            <a:ext cx="1892808" cy="2715768"/>
          </a:xfrm>
          <a:solidFill>
            <a:schemeClr val="tx2">
              <a:lumMod val="60000"/>
              <a:lumOff val="40000"/>
            </a:schemeClr>
          </a:solidFill>
          <a:ln w="15875">
            <a:solidFill>
              <a:schemeClr val="accent1"/>
            </a:solidFill>
          </a:ln>
        </p:spPr>
        <p:txBody>
          <a:bodyPr anchor="ctr"/>
          <a:lstStyle>
            <a:lvl1pPr marL="0" indent="0" algn="ctr">
              <a:buNone/>
              <a:defRPr sz="1200"/>
            </a:lvl1pPr>
          </a:lstStyle>
          <a:p>
            <a:r>
              <a:rPr lang="en-US"/>
              <a:t>Click icon to add picture</a:t>
            </a:r>
            <a:endParaRPr lang="en-US" dirty="0"/>
          </a:p>
        </p:txBody>
      </p:sp>
      <p:sp>
        <p:nvSpPr>
          <p:cNvPr id="34" name="Picture Placeholder 31">
            <a:extLst>
              <a:ext uri="{FF2B5EF4-FFF2-40B4-BE49-F238E27FC236}">
                <a16:creationId xmlns:a16="http://schemas.microsoft.com/office/drawing/2014/main" id="{6CBA6ABC-D5D1-9758-59EA-8DE549CC612D}"/>
              </a:ext>
            </a:extLst>
          </p:cNvPr>
          <p:cNvSpPr>
            <a:spLocks noGrp="1"/>
          </p:cNvSpPr>
          <p:nvPr>
            <p:ph type="pic" sz="quarter" idx="24"/>
          </p:nvPr>
        </p:nvSpPr>
        <p:spPr>
          <a:xfrm>
            <a:off x="6601968" y="2852928"/>
            <a:ext cx="1892808" cy="2715768"/>
          </a:xfrm>
          <a:solidFill>
            <a:schemeClr val="tx2">
              <a:lumMod val="60000"/>
              <a:lumOff val="40000"/>
            </a:schemeClr>
          </a:solidFill>
          <a:ln w="15875">
            <a:solidFill>
              <a:schemeClr val="accent1"/>
            </a:solidFill>
          </a:ln>
        </p:spPr>
        <p:txBody>
          <a:bodyPr anchor="ctr"/>
          <a:lstStyle>
            <a:lvl1pPr marL="0" indent="0" algn="ctr">
              <a:buNone/>
              <a:defRPr sz="1200"/>
            </a:lvl1pPr>
          </a:lstStyle>
          <a:p>
            <a:r>
              <a:rPr lang="en-US"/>
              <a:t>Click icon to add picture</a:t>
            </a:r>
            <a:endParaRPr lang="en-US" dirty="0"/>
          </a:p>
        </p:txBody>
      </p:sp>
      <p:sp>
        <p:nvSpPr>
          <p:cNvPr id="36" name="Picture Placeholder 31">
            <a:extLst>
              <a:ext uri="{FF2B5EF4-FFF2-40B4-BE49-F238E27FC236}">
                <a16:creationId xmlns:a16="http://schemas.microsoft.com/office/drawing/2014/main" id="{40E68EB8-B0D8-E5D4-CE19-45219E4D7038}"/>
              </a:ext>
            </a:extLst>
          </p:cNvPr>
          <p:cNvSpPr>
            <a:spLocks noGrp="1"/>
          </p:cNvSpPr>
          <p:nvPr>
            <p:ph type="pic" sz="quarter" idx="26"/>
          </p:nvPr>
        </p:nvSpPr>
        <p:spPr>
          <a:xfrm>
            <a:off x="9546336" y="2852928"/>
            <a:ext cx="1892808" cy="2715768"/>
          </a:xfrm>
          <a:solidFill>
            <a:schemeClr val="tx2">
              <a:lumMod val="60000"/>
              <a:lumOff val="40000"/>
            </a:schemeClr>
          </a:solidFill>
          <a:ln w="15875">
            <a:solidFill>
              <a:schemeClr val="accent1"/>
            </a:solidFill>
          </a:ln>
        </p:spPr>
        <p:txBody>
          <a:bodyPr anchor="ctr"/>
          <a:lstStyle>
            <a:lvl1pPr marL="0" indent="0" algn="ctr">
              <a:buNone/>
              <a:defRPr sz="1200"/>
            </a:lvl1pPr>
          </a:lstStyle>
          <a:p>
            <a:r>
              <a:rPr lang="en-US"/>
              <a:t>Click icon to add picture</a:t>
            </a:r>
            <a:endParaRPr lang="en-US" dirty="0"/>
          </a:p>
        </p:txBody>
      </p:sp>
      <p:cxnSp>
        <p:nvCxnSpPr>
          <p:cNvPr id="17" name="Straight Connector 16">
            <a:extLst>
              <a:ext uri="{FF2B5EF4-FFF2-40B4-BE49-F238E27FC236}">
                <a16:creationId xmlns:a16="http://schemas.microsoft.com/office/drawing/2014/main" id="{0E26C148-CFEE-21C0-96F3-EBC299FD2285}"/>
              </a:ext>
            </a:extLst>
          </p:cNvPr>
          <p:cNvCxnSpPr>
            <a:cxnSpLocks/>
          </p:cNvCxnSpPr>
          <p:nvPr userDrawn="1"/>
        </p:nvCxnSpPr>
        <p:spPr>
          <a:xfrm>
            <a:off x="6585357" y="2355475"/>
            <a:ext cx="1925203" cy="0"/>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65BFA673-0676-EDA2-B7AA-6FA05B486C17}"/>
              </a:ext>
            </a:extLst>
          </p:cNvPr>
          <p:cNvCxnSpPr>
            <a:cxnSpLocks/>
          </p:cNvCxnSpPr>
          <p:nvPr userDrawn="1"/>
        </p:nvCxnSpPr>
        <p:spPr>
          <a:xfrm>
            <a:off x="9628632" y="2361693"/>
            <a:ext cx="1929384" cy="0"/>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75B0A4BB-506D-F90C-BF18-B86999FDC27A}"/>
              </a:ext>
            </a:extLst>
          </p:cNvPr>
          <p:cNvCxnSpPr>
            <a:cxnSpLocks/>
          </p:cNvCxnSpPr>
          <p:nvPr userDrawn="1"/>
        </p:nvCxnSpPr>
        <p:spPr>
          <a:xfrm>
            <a:off x="729735" y="2354726"/>
            <a:ext cx="1929384" cy="0"/>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1E4F1002-8ECA-FF8D-84D1-D74BB9C00127}"/>
              </a:ext>
            </a:extLst>
          </p:cNvPr>
          <p:cNvCxnSpPr>
            <a:cxnSpLocks/>
          </p:cNvCxnSpPr>
          <p:nvPr userDrawn="1"/>
        </p:nvCxnSpPr>
        <p:spPr>
          <a:xfrm>
            <a:off x="3672459" y="2349116"/>
            <a:ext cx="1929384" cy="0"/>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sp>
        <p:nvSpPr>
          <p:cNvPr id="6" name="Slide Number Placeholder 5">
            <a:extLst>
              <a:ext uri="{FF2B5EF4-FFF2-40B4-BE49-F238E27FC236}">
                <a16:creationId xmlns:a16="http://schemas.microsoft.com/office/drawing/2014/main" id="{2101ABA6-5EA3-1AE9-0825-523073F786ED}"/>
              </a:ext>
            </a:extLst>
          </p:cNvPr>
          <p:cNvSpPr>
            <a:spLocks noGrp="1"/>
          </p:cNvSpPr>
          <p:nvPr>
            <p:ph type="sldNum" sz="quarter" idx="12"/>
          </p:nvPr>
        </p:nvSpPr>
        <p:spPr>
          <a:xfrm>
            <a:off x="616640" y="6517634"/>
            <a:ext cx="950258" cy="274320"/>
          </a:xfrm>
          <a:prstGeom prst="rect">
            <a:avLst/>
          </a:prstGeom>
        </p:spPr>
        <p:txBody>
          <a:bodyPr/>
          <a:lstStyle>
            <a:lvl1pPr>
              <a:defRPr>
                <a:solidFill>
                  <a:schemeClr val="accent1"/>
                </a:solidFill>
              </a:defRPr>
            </a:lvl1pPr>
          </a:lstStyle>
          <a:p>
            <a:fld id="{84D792B7-0397-C047-AE12-1A03F7E3DC83}" type="slidenum">
              <a:rPr lang="en-US" smtClean="0"/>
              <a:pPr/>
              <a:t>‹#›</a:t>
            </a:fld>
            <a:endParaRPr lang="en-US" dirty="0"/>
          </a:p>
        </p:txBody>
      </p:sp>
      <p:sp>
        <p:nvSpPr>
          <p:cNvPr id="5" name="Footer Placeholder 4">
            <a:extLst>
              <a:ext uri="{FF2B5EF4-FFF2-40B4-BE49-F238E27FC236}">
                <a16:creationId xmlns:a16="http://schemas.microsoft.com/office/drawing/2014/main" id="{726C5317-E14C-8E61-2C1E-0430778E8A0C}"/>
              </a:ext>
            </a:extLst>
          </p:cNvPr>
          <p:cNvSpPr>
            <a:spLocks noGrp="1"/>
          </p:cNvSpPr>
          <p:nvPr>
            <p:ph type="ftr" sz="quarter" idx="11"/>
          </p:nvPr>
        </p:nvSpPr>
        <p:spPr>
          <a:xfrm>
            <a:off x="4808250" y="6517634"/>
            <a:ext cx="2572870" cy="274320"/>
          </a:xfrm>
          <a:prstGeom prst="rect">
            <a:avLst/>
          </a:prstGeom>
        </p:spPr>
        <p:txBody>
          <a:bodyPr/>
          <a:lstStyle>
            <a:lvl1pPr>
              <a:defRPr>
                <a:solidFill>
                  <a:schemeClr val="accent1"/>
                </a:solidFill>
              </a:defRPr>
            </a:lvl1pPr>
          </a:lstStyle>
          <a:p>
            <a:r>
              <a:rPr lang="en-US"/>
              <a:t>presentation title</a:t>
            </a:r>
            <a:endParaRPr lang="en-US" dirty="0"/>
          </a:p>
        </p:txBody>
      </p:sp>
      <p:sp>
        <p:nvSpPr>
          <p:cNvPr id="4" name="Date Placeholder 3">
            <a:extLst>
              <a:ext uri="{FF2B5EF4-FFF2-40B4-BE49-F238E27FC236}">
                <a16:creationId xmlns:a16="http://schemas.microsoft.com/office/drawing/2014/main" id="{5A514D0E-ED92-E1A4-0E78-546375A0A63E}"/>
              </a:ext>
            </a:extLst>
          </p:cNvPr>
          <p:cNvSpPr>
            <a:spLocks noGrp="1"/>
          </p:cNvSpPr>
          <p:nvPr>
            <p:ph type="dt" sz="half" idx="10"/>
          </p:nvPr>
        </p:nvSpPr>
        <p:spPr/>
        <p:txBody>
          <a:bodyPr/>
          <a:lstStyle>
            <a:lvl1pPr>
              <a:defRPr>
                <a:solidFill>
                  <a:schemeClr val="accent1"/>
                </a:solidFill>
              </a:defRPr>
            </a:lvl1pPr>
          </a:lstStyle>
          <a:p>
            <a:r>
              <a:rPr lang="en-US"/>
              <a:t>20XX</a:t>
            </a:r>
            <a:endParaRPr lang="en-US" dirty="0"/>
          </a:p>
        </p:txBody>
      </p:sp>
      <p:cxnSp>
        <p:nvCxnSpPr>
          <p:cNvPr id="9" name="Straight Connector 8">
            <a:extLst>
              <a:ext uri="{FF2B5EF4-FFF2-40B4-BE49-F238E27FC236}">
                <a16:creationId xmlns:a16="http://schemas.microsoft.com/office/drawing/2014/main" id="{C60493A2-A97C-AF3D-B912-358EF45F61BD}"/>
              </a:ext>
            </a:extLst>
          </p:cNvPr>
          <p:cNvCxnSpPr>
            <a:cxnSpLocks/>
          </p:cNvCxnSpPr>
          <p:nvPr userDrawn="1"/>
        </p:nvCxnSpPr>
        <p:spPr>
          <a:xfrm>
            <a:off x="3866404" y="929468"/>
            <a:ext cx="8325596" cy="0"/>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835BFB79-CBB3-07C6-9054-B6A67EB74CD0}"/>
              </a:ext>
            </a:extLst>
          </p:cNvPr>
          <p:cNvCxnSpPr>
            <a:cxnSpLocks/>
          </p:cNvCxnSpPr>
          <p:nvPr userDrawn="1"/>
        </p:nvCxnSpPr>
        <p:spPr>
          <a:xfrm>
            <a:off x="0" y="397080"/>
            <a:ext cx="12192000" cy="0"/>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92D070E1-5B92-2362-47F1-B8BCB4EFFA48}"/>
              </a:ext>
            </a:extLst>
          </p:cNvPr>
          <p:cNvCxnSpPr>
            <a:cxnSpLocks/>
          </p:cNvCxnSpPr>
          <p:nvPr userDrawn="1"/>
        </p:nvCxnSpPr>
        <p:spPr>
          <a:xfrm>
            <a:off x="0" y="6439485"/>
            <a:ext cx="12192000" cy="0"/>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669301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eam x8">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A0BD26-4C3C-C934-E3C5-C4ABD369E612}"/>
              </a:ext>
            </a:extLst>
          </p:cNvPr>
          <p:cNvSpPr>
            <a:spLocks noGrp="1"/>
          </p:cNvSpPr>
          <p:nvPr>
            <p:ph type="title"/>
          </p:nvPr>
        </p:nvSpPr>
        <p:spPr>
          <a:xfrm>
            <a:off x="2039112" y="192024"/>
            <a:ext cx="8165592" cy="722376"/>
          </a:xfrm>
        </p:spPr>
        <p:txBody>
          <a:bodyPr/>
          <a:lstStyle>
            <a:lvl1pPr algn="ctr">
              <a:defRPr>
                <a:solidFill>
                  <a:schemeClr val="accent1"/>
                </a:solidFill>
              </a:defRPr>
            </a:lvl1pPr>
          </a:lstStyle>
          <a:p>
            <a:r>
              <a:rPr lang="en-US"/>
              <a:t>Click to edit Master title style</a:t>
            </a:r>
            <a:endParaRPr lang="en-US" dirty="0"/>
          </a:p>
        </p:txBody>
      </p:sp>
      <p:sp>
        <p:nvSpPr>
          <p:cNvPr id="32" name="Picture Placeholder 31">
            <a:extLst>
              <a:ext uri="{FF2B5EF4-FFF2-40B4-BE49-F238E27FC236}">
                <a16:creationId xmlns:a16="http://schemas.microsoft.com/office/drawing/2014/main" id="{87F13219-232C-C38C-7D86-D48FAC7D8270}"/>
              </a:ext>
            </a:extLst>
          </p:cNvPr>
          <p:cNvSpPr>
            <a:spLocks noGrp="1"/>
          </p:cNvSpPr>
          <p:nvPr>
            <p:ph type="pic" sz="quarter" idx="22"/>
          </p:nvPr>
        </p:nvSpPr>
        <p:spPr>
          <a:xfrm>
            <a:off x="1101852" y="1261872"/>
            <a:ext cx="1609344" cy="1609344"/>
          </a:xfrm>
          <a:solidFill>
            <a:schemeClr val="tx2">
              <a:lumMod val="60000"/>
              <a:lumOff val="40000"/>
            </a:schemeClr>
          </a:solidFill>
          <a:ln w="15875">
            <a:solidFill>
              <a:schemeClr val="bg1"/>
            </a:solidFill>
          </a:ln>
        </p:spPr>
        <p:txBody>
          <a:bodyPr anchor="ctr"/>
          <a:lstStyle>
            <a:lvl1pPr marL="0" indent="0" algn="ctr">
              <a:buNone/>
              <a:defRPr sz="1200"/>
            </a:lvl1pPr>
          </a:lstStyle>
          <a:p>
            <a:r>
              <a:rPr lang="en-US"/>
              <a:t>Click icon to add picture</a:t>
            </a:r>
            <a:endParaRPr lang="en-US" dirty="0"/>
          </a:p>
        </p:txBody>
      </p:sp>
      <p:sp>
        <p:nvSpPr>
          <p:cNvPr id="19" name="Text Placeholder 2">
            <a:extLst>
              <a:ext uri="{FF2B5EF4-FFF2-40B4-BE49-F238E27FC236}">
                <a16:creationId xmlns:a16="http://schemas.microsoft.com/office/drawing/2014/main" id="{CB1722C2-4C66-F8BA-B3DD-6199116EFB25}"/>
              </a:ext>
            </a:extLst>
          </p:cNvPr>
          <p:cNvSpPr>
            <a:spLocks noGrp="1"/>
          </p:cNvSpPr>
          <p:nvPr>
            <p:ph type="body" idx="1"/>
          </p:nvPr>
        </p:nvSpPr>
        <p:spPr>
          <a:xfrm>
            <a:off x="992124" y="2889504"/>
            <a:ext cx="1828800" cy="310896"/>
          </a:xfrm>
        </p:spPr>
        <p:txBody>
          <a:bodyPr lIns="0" rIns="0" anchor="ctr"/>
          <a:lstStyle>
            <a:lvl1pPr marL="0" indent="0" algn="ctr">
              <a:lnSpc>
                <a:spcPct val="100000"/>
              </a:lnSpc>
              <a:spcBef>
                <a:spcPts val="0"/>
              </a:spcBef>
              <a:buNone/>
              <a:defRPr sz="1400" b="0">
                <a:solidFill>
                  <a:schemeClr val="accent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4" name="Text Placeholder 2">
            <a:extLst>
              <a:ext uri="{FF2B5EF4-FFF2-40B4-BE49-F238E27FC236}">
                <a16:creationId xmlns:a16="http://schemas.microsoft.com/office/drawing/2014/main" id="{68F906E4-47B1-BEE5-E30F-146C6869BF2D}"/>
              </a:ext>
            </a:extLst>
          </p:cNvPr>
          <p:cNvSpPr>
            <a:spLocks noGrp="1"/>
          </p:cNvSpPr>
          <p:nvPr>
            <p:ph type="body" idx="17"/>
          </p:nvPr>
        </p:nvSpPr>
        <p:spPr>
          <a:xfrm>
            <a:off x="1060704" y="3154680"/>
            <a:ext cx="1691640" cy="466344"/>
          </a:xfrm>
          <a:solidFill>
            <a:schemeClr val="accent2"/>
          </a:solidFill>
        </p:spPr>
        <p:txBody>
          <a:bodyPr lIns="0" rIns="0" anchor="t"/>
          <a:lstStyle>
            <a:lvl1pPr marL="0" indent="0" algn="ctr">
              <a:lnSpc>
                <a:spcPct val="100000"/>
              </a:lnSpc>
              <a:spcBef>
                <a:spcPts val="0"/>
              </a:spcBef>
              <a:buNone/>
              <a:defRPr sz="1200" b="0">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31">
            <a:extLst>
              <a:ext uri="{FF2B5EF4-FFF2-40B4-BE49-F238E27FC236}">
                <a16:creationId xmlns:a16="http://schemas.microsoft.com/office/drawing/2014/main" id="{19E34216-9950-3FAF-F3B8-AB91DE926287}"/>
              </a:ext>
            </a:extLst>
          </p:cNvPr>
          <p:cNvSpPr>
            <a:spLocks noGrp="1"/>
          </p:cNvSpPr>
          <p:nvPr>
            <p:ph type="pic" sz="quarter" idx="27"/>
          </p:nvPr>
        </p:nvSpPr>
        <p:spPr>
          <a:xfrm>
            <a:off x="1101852" y="3877056"/>
            <a:ext cx="1609344" cy="1609344"/>
          </a:xfrm>
          <a:solidFill>
            <a:schemeClr val="tx2">
              <a:lumMod val="60000"/>
              <a:lumOff val="40000"/>
            </a:schemeClr>
          </a:solidFill>
          <a:ln w="15875">
            <a:solidFill>
              <a:schemeClr val="bg1"/>
            </a:solidFill>
          </a:ln>
        </p:spPr>
        <p:txBody>
          <a:bodyPr anchor="ctr"/>
          <a:lstStyle>
            <a:lvl1pPr marL="0" indent="0" algn="ctr">
              <a:buNone/>
              <a:defRPr sz="1200"/>
            </a:lvl1pPr>
          </a:lstStyle>
          <a:p>
            <a:r>
              <a:rPr lang="en-US"/>
              <a:t>Click icon to add picture</a:t>
            </a:r>
            <a:endParaRPr lang="en-US" dirty="0"/>
          </a:p>
        </p:txBody>
      </p:sp>
      <p:sp>
        <p:nvSpPr>
          <p:cNvPr id="45" name="Text Placeholder 2">
            <a:extLst>
              <a:ext uri="{FF2B5EF4-FFF2-40B4-BE49-F238E27FC236}">
                <a16:creationId xmlns:a16="http://schemas.microsoft.com/office/drawing/2014/main" id="{C3F46F42-C5D7-B0CE-E3C5-46117B70A93B}"/>
              </a:ext>
            </a:extLst>
          </p:cNvPr>
          <p:cNvSpPr>
            <a:spLocks noGrp="1"/>
          </p:cNvSpPr>
          <p:nvPr>
            <p:ph type="body" idx="35"/>
          </p:nvPr>
        </p:nvSpPr>
        <p:spPr>
          <a:xfrm>
            <a:off x="978408" y="5477256"/>
            <a:ext cx="1856232" cy="310896"/>
          </a:xfrm>
        </p:spPr>
        <p:txBody>
          <a:bodyPr lIns="0" rIns="0" anchor="ctr"/>
          <a:lstStyle>
            <a:lvl1pPr marL="0" indent="0" algn="ctr">
              <a:lnSpc>
                <a:spcPct val="100000"/>
              </a:lnSpc>
              <a:spcBef>
                <a:spcPts val="0"/>
              </a:spcBef>
              <a:buNone/>
              <a:defRPr sz="1400" b="0">
                <a:solidFill>
                  <a:schemeClr val="accent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1" name="Text Placeholder 2">
            <a:extLst>
              <a:ext uri="{FF2B5EF4-FFF2-40B4-BE49-F238E27FC236}">
                <a16:creationId xmlns:a16="http://schemas.microsoft.com/office/drawing/2014/main" id="{F01F58CE-C433-DC58-1D16-405DC2D82D88}"/>
              </a:ext>
            </a:extLst>
          </p:cNvPr>
          <p:cNvSpPr>
            <a:spLocks noGrp="1"/>
          </p:cNvSpPr>
          <p:nvPr>
            <p:ph type="body" idx="31"/>
          </p:nvPr>
        </p:nvSpPr>
        <p:spPr>
          <a:xfrm>
            <a:off x="1060704" y="5760720"/>
            <a:ext cx="1691640" cy="466344"/>
          </a:xfrm>
          <a:solidFill>
            <a:schemeClr val="accent2"/>
          </a:solidFill>
        </p:spPr>
        <p:txBody>
          <a:bodyPr lIns="0" rIns="0" anchor="t"/>
          <a:lstStyle>
            <a:lvl1pPr marL="0" indent="0" algn="ctr">
              <a:lnSpc>
                <a:spcPct val="100000"/>
              </a:lnSpc>
              <a:spcBef>
                <a:spcPts val="0"/>
              </a:spcBef>
              <a:buNone/>
              <a:defRPr sz="1200" b="0">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3" name="Picture Placeholder 31">
            <a:extLst>
              <a:ext uri="{FF2B5EF4-FFF2-40B4-BE49-F238E27FC236}">
                <a16:creationId xmlns:a16="http://schemas.microsoft.com/office/drawing/2014/main" id="{F8C639A8-0897-2015-9829-94E98335DF21}"/>
              </a:ext>
            </a:extLst>
          </p:cNvPr>
          <p:cNvSpPr>
            <a:spLocks noGrp="1"/>
          </p:cNvSpPr>
          <p:nvPr>
            <p:ph type="pic" sz="quarter" idx="23"/>
          </p:nvPr>
        </p:nvSpPr>
        <p:spPr>
          <a:xfrm>
            <a:off x="3962764" y="1261872"/>
            <a:ext cx="1609344" cy="1609344"/>
          </a:xfrm>
          <a:solidFill>
            <a:schemeClr val="tx2">
              <a:lumMod val="60000"/>
              <a:lumOff val="40000"/>
            </a:schemeClr>
          </a:solidFill>
          <a:ln w="15875">
            <a:solidFill>
              <a:schemeClr val="bg1"/>
            </a:solidFill>
          </a:ln>
        </p:spPr>
        <p:txBody>
          <a:bodyPr anchor="ctr"/>
          <a:lstStyle>
            <a:lvl1pPr marL="0" indent="0" algn="ctr">
              <a:buNone/>
              <a:defRPr sz="1200"/>
            </a:lvl1pPr>
          </a:lstStyle>
          <a:p>
            <a:r>
              <a:rPr lang="en-US"/>
              <a:t>Click icon to add picture</a:t>
            </a:r>
            <a:endParaRPr lang="en-US" dirty="0"/>
          </a:p>
        </p:txBody>
      </p:sp>
      <p:sp>
        <p:nvSpPr>
          <p:cNvPr id="21" name="Text Placeholder 2">
            <a:extLst>
              <a:ext uri="{FF2B5EF4-FFF2-40B4-BE49-F238E27FC236}">
                <a16:creationId xmlns:a16="http://schemas.microsoft.com/office/drawing/2014/main" id="{EEF857FA-9C5E-BED3-1ABB-A734EE39340B}"/>
              </a:ext>
            </a:extLst>
          </p:cNvPr>
          <p:cNvSpPr>
            <a:spLocks noGrp="1"/>
          </p:cNvSpPr>
          <p:nvPr>
            <p:ph type="body" idx="14"/>
          </p:nvPr>
        </p:nvSpPr>
        <p:spPr>
          <a:xfrm>
            <a:off x="3853036" y="2889504"/>
            <a:ext cx="1828800" cy="310896"/>
          </a:xfrm>
        </p:spPr>
        <p:txBody>
          <a:bodyPr lIns="0" rIns="0" anchor="ctr"/>
          <a:lstStyle>
            <a:lvl1pPr marL="0" indent="0" algn="ctr">
              <a:lnSpc>
                <a:spcPct val="100000"/>
              </a:lnSpc>
              <a:spcBef>
                <a:spcPts val="0"/>
              </a:spcBef>
              <a:buNone/>
              <a:defRPr sz="1400" b="0">
                <a:solidFill>
                  <a:schemeClr val="accent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Text Placeholder 2">
            <a:extLst>
              <a:ext uri="{FF2B5EF4-FFF2-40B4-BE49-F238E27FC236}">
                <a16:creationId xmlns:a16="http://schemas.microsoft.com/office/drawing/2014/main" id="{5C6EFDC5-2080-3126-AB93-FB89817B2C28}"/>
              </a:ext>
            </a:extLst>
          </p:cNvPr>
          <p:cNvSpPr>
            <a:spLocks noGrp="1"/>
          </p:cNvSpPr>
          <p:nvPr>
            <p:ph type="body" idx="19"/>
          </p:nvPr>
        </p:nvSpPr>
        <p:spPr>
          <a:xfrm>
            <a:off x="3921616" y="3154680"/>
            <a:ext cx="1691640" cy="466344"/>
          </a:xfrm>
          <a:solidFill>
            <a:schemeClr val="accent2"/>
          </a:solidFill>
        </p:spPr>
        <p:txBody>
          <a:bodyPr lIns="0" rIns="0" anchor="t"/>
          <a:lstStyle>
            <a:lvl1pPr marL="0" indent="0" algn="ctr">
              <a:lnSpc>
                <a:spcPct val="100000"/>
              </a:lnSpc>
              <a:spcBef>
                <a:spcPts val="0"/>
              </a:spcBef>
              <a:buNone/>
              <a:defRPr sz="1200" b="0">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5" name="Picture Placeholder 31">
            <a:extLst>
              <a:ext uri="{FF2B5EF4-FFF2-40B4-BE49-F238E27FC236}">
                <a16:creationId xmlns:a16="http://schemas.microsoft.com/office/drawing/2014/main" id="{D8E671C2-9C83-AF2B-0C7A-D8CE14204636}"/>
              </a:ext>
            </a:extLst>
          </p:cNvPr>
          <p:cNvSpPr>
            <a:spLocks noGrp="1"/>
          </p:cNvSpPr>
          <p:nvPr>
            <p:ph type="pic" sz="quarter" idx="28"/>
          </p:nvPr>
        </p:nvSpPr>
        <p:spPr>
          <a:xfrm>
            <a:off x="3962764" y="3877056"/>
            <a:ext cx="1609344" cy="1609344"/>
          </a:xfrm>
          <a:solidFill>
            <a:schemeClr val="tx2">
              <a:lumMod val="60000"/>
              <a:lumOff val="40000"/>
            </a:schemeClr>
          </a:solidFill>
          <a:ln w="15875">
            <a:solidFill>
              <a:schemeClr val="bg1"/>
            </a:solidFill>
          </a:ln>
        </p:spPr>
        <p:txBody>
          <a:bodyPr anchor="ctr"/>
          <a:lstStyle>
            <a:lvl1pPr marL="0" indent="0" algn="ctr">
              <a:buNone/>
              <a:defRPr sz="1200"/>
            </a:lvl1pPr>
          </a:lstStyle>
          <a:p>
            <a:r>
              <a:rPr lang="en-US"/>
              <a:t>Click icon to add picture</a:t>
            </a:r>
            <a:endParaRPr lang="en-US" dirty="0"/>
          </a:p>
        </p:txBody>
      </p:sp>
      <p:sp>
        <p:nvSpPr>
          <p:cNvPr id="47" name="Text Placeholder 2">
            <a:extLst>
              <a:ext uri="{FF2B5EF4-FFF2-40B4-BE49-F238E27FC236}">
                <a16:creationId xmlns:a16="http://schemas.microsoft.com/office/drawing/2014/main" id="{1E0C8150-95EC-3B89-D427-0C4AD56ABB9E}"/>
              </a:ext>
            </a:extLst>
          </p:cNvPr>
          <p:cNvSpPr>
            <a:spLocks noGrp="1"/>
          </p:cNvSpPr>
          <p:nvPr>
            <p:ph type="body" idx="37"/>
          </p:nvPr>
        </p:nvSpPr>
        <p:spPr>
          <a:xfrm>
            <a:off x="3839320" y="5477256"/>
            <a:ext cx="1856232" cy="310896"/>
          </a:xfrm>
        </p:spPr>
        <p:txBody>
          <a:bodyPr lIns="0" rIns="0" anchor="ctr"/>
          <a:lstStyle>
            <a:lvl1pPr marL="0" indent="0" algn="ctr">
              <a:lnSpc>
                <a:spcPct val="100000"/>
              </a:lnSpc>
              <a:spcBef>
                <a:spcPts val="0"/>
              </a:spcBef>
              <a:buNone/>
              <a:defRPr sz="1400" b="0">
                <a:solidFill>
                  <a:schemeClr val="accent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3" name="Text Placeholder 2">
            <a:extLst>
              <a:ext uri="{FF2B5EF4-FFF2-40B4-BE49-F238E27FC236}">
                <a16:creationId xmlns:a16="http://schemas.microsoft.com/office/drawing/2014/main" id="{8B6CA730-8E8F-2283-CFDB-358748B1ED30}"/>
              </a:ext>
            </a:extLst>
          </p:cNvPr>
          <p:cNvSpPr>
            <a:spLocks noGrp="1"/>
          </p:cNvSpPr>
          <p:nvPr>
            <p:ph type="body" idx="33"/>
          </p:nvPr>
        </p:nvSpPr>
        <p:spPr>
          <a:xfrm>
            <a:off x="3921616" y="5760720"/>
            <a:ext cx="1691640" cy="466344"/>
          </a:xfrm>
          <a:solidFill>
            <a:schemeClr val="accent2"/>
          </a:solidFill>
        </p:spPr>
        <p:txBody>
          <a:bodyPr lIns="0" rIns="0" anchor="t"/>
          <a:lstStyle>
            <a:lvl1pPr marL="0" indent="0" algn="ctr">
              <a:lnSpc>
                <a:spcPct val="100000"/>
              </a:lnSpc>
              <a:spcBef>
                <a:spcPts val="0"/>
              </a:spcBef>
              <a:buNone/>
              <a:defRPr sz="1200" b="0">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4" name="Picture Placeholder 31">
            <a:extLst>
              <a:ext uri="{FF2B5EF4-FFF2-40B4-BE49-F238E27FC236}">
                <a16:creationId xmlns:a16="http://schemas.microsoft.com/office/drawing/2014/main" id="{6CBA6ABC-D5D1-9758-59EA-8DE549CC612D}"/>
              </a:ext>
            </a:extLst>
          </p:cNvPr>
          <p:cNvSpPr>
            <a:spLocks noGrp="1"/>
          </p:cNvSpPr>
          <p:nvPr>
            <p:ph type="pic" sz="quarter" idx="24"/>
          </p:nvPr>
        </p:nvSpPr>
        <p:spPr>
          <a:xfrm>
            <a:off x="6841853" y="1261872"/>
            <a:ext cx="1609344" cy="1609344"/>
          </a:xfrm>
          <a:solidFill>
            <a:schemeClr val="tx2">
              <a:lumMod val="60000"/>
              <a:lumOff val="40000"/>
            </a:schemeClr>
          </a:solidFill>
          <a:ln w="15875">
            <a:solidFill>
              <a:schemeClr val="bg1"/>
            </a:solidFill>
          </a:ln>
        </p:spPr>
        <p:txBody>
          <a:bodyPr anchor="ctr"/>
          <a:lstStyle>
            <a:lvl1pPr marL="0" indent="0" algn="ctr">
              <a:buNone/>
              <a:defRPr sz="1200"/>
            </a:lvl1pPr>
          </a:lstStyle>
          <a:p>
            <a:r>
              <a:rPr lang="en-US"/>
              <a:t>Click icon to add picture</a:t>
            </a:r>
            <a:endParaRPr lang="en-US" dirty="0"/>
          </a:p>
        </p:txBody>
      </p:sp>
      <p:sp>
        <p:nvSpPr>
          <p:cNvPr id="22" name="Text Placeholder 2">
            <a:extLst>
              <a:ext uri="{FF2B5EF4-FFF2-40B4-BE49-F238E27FC236}">
                <a16:creationId xmlns:a16="http://schemas.microsoft.com/office/drawing/2014/main" id="{F990F14B-1D1F-AA8D-BB23-FA8F7EEF666B}"/>
              </a:ext>
            </a:extLst>
          </p:cNvPr>
          <p:cNvSpPr>
            <a:spLocks noGrp="1"/>
          </p:cNvSpPr>
          <p:nvPr>
            <p:ph type="body" idx="15"/>
          </p:nvPr>
        </p:nvSpPr>
        <p:spPr>
          <a:xfrm>
            <a:off x="6732125" y="2889504"/>
            <a:ext cx="1828800" cy="310896"/>
          </a:xfrm>
        </p:spPr>
        <p:txBody>
          <a:bodyPr lIns="0" rIns="0" anchor="ctr"/>
          <a:lstStyle>
            <a:lvl1pPr marL="0" indent="0" algn="ctr">
              <a:lnSpc>
                <a:spcPct val="100000"/>
              </a:lnSpc>
              <a:spcBef>
                <a:spcPts val="0"/>
              </a:spcBef>
              <a:buNone/>
              <a:defRPr sz="1400" b="0">
                <a:solidFill>
                  <a:schemeClr val="accent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7" name="Text Placeholder 2">
            <a:extLst>
              <a:ext uri="{FF2B5EF4-FFF2-40B4-BE49-F238E27FC236}">
                <a16:creationId xmlns:a16="http://schemas.microsoft.com/office/drawing/2014/main" id="{D6CD9CDA-E122-F6EB-30B5-26D7E17771AB}"/>
              </a:ext>
            </a:extLst>
          </p:cNvPr>
          <p:cNvSpPr>
            <a:spLocks noGrp="1"/>
          </p:cNvSpPr>
          <p:nvPr>
            <p:ph type="body" idx="20"/>
          </p:nvPr>
        </p:nvSpPr>
        <p:spPr>
          <a:xfrm>
            <a:off x="6800705" y="3154680"/>
            <a:ext cx="1691640" cy="466344"/>
          </a:xfrm>
          <a:solidFill>
            <a:schemeClr val="accent2"/>
          </a:solidFill>
        </p:spPr>
        <p:txBody>
          <a:bodyPr lIns="0" rIns="0" anchor="t"/>
          <a:lstStyle>
            <a:lvl1pPr marL="0" indent="0" algn="ctr">
              <a:lnSpc>
                <a:spcPct val="100000"/>
              </a:lnSpc>
              <a:spcBef>
                <a:spcPts val="0"/>
              </a:spcBef>
              <a:buNone/>
              <a:defRPr sz="1200" b="0">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8" name="Picture Placeholder 31">
            <a:extLst>
              <a:ext uri="{FF2B5EF4-FFF2-40B4-BE49-F238E27FC236}">
                <a16:creationId xmlns:a16="http://schemas.microsoft.com/office/drawing/2014/main" id="{385AF281-7DED-566C-E62C-76BBF2A795A8}"/>
              </a:ext>
            </a:extLst>
          </p:cNvPr>
          <p:cNvSpPr>
            <a:spLocks noGrp="1"/>
          </p:cNvSpPr>
          <p:nvPr>
            <p:ph type="pic" sz="quarter" idx="29"/>
          </p:nvPr>
        </p:nvSpPr>
        <p:spPr>
          <a:xfrm>
            <a:off x="6841853" y="3877056"/>
            <a:ext cx="1609344" cy="1609344"/>
          </a:xfrm>
          <a:solidFill>
            <a:schemeClr val="tx2">
              <a:lumMod val="60000"/>
              <a:lumOff val="40000"/>
            </a:schemeClr>
          </a:solidFill>
          <a:ln w="15875">
            <a:solidFill>
              <a:schemeClr val="bg1"/>
            </a:solidFill>
          </a:ln>
        </p:spPr>
        <p:txBody>
          <a:bodyPr anchor="ctr"/>
          <a:lstStyle>
            <a:lvl1pPr marL="0" indent="0" algn="ctr">
              <a:buNone/>
              <a:defRPr sz="1200"/>
            </a:lvl1pPr>
          </a:lstStyle>
          <a:p>
            <a:r>
              <a:rPr lang="en-US"/>
              <a:t>Click icon to add picture</a:t>
            </a:r>
            <a:endParaRPr lang="en-US" dirty="0"/>
          </a:p>
        </p:txBody>
      </p:sp>
      <p:sp>
        <p:nvSpPr>
          <p:cNvPr id="48" name="Text Placeholder 2">
            <a:extLst>
              <a:ext uri="{FF2B5EF4-FFF2-40B4-BE49-F238E27FC236}">
                <a16:creationId xmlns:a16="http://schemas.microsoft.com/office/drawing/2014/main" id="{D1C2E707-78B6-51F1-8B2D-EA2147D58C21}"/>
              </a:ext>
            </a:extLst>
          </p:cNvPr>
          <p:cNvSpPr>
            <a:spLocks noGrp="1"/>
          </p:cNvSpPr>
          <p:nvPr>
            <p:ph type="body" idx="38"/>
          </p:nvPr>
        </p:nvSpPr>
        <p:spPr>
          <a:xfrm>
            <a:off x="6718409" y="5477256"/>
            <a:ext cx="1856232" cy="310896"/>
          </a:xfrm>
        </p:spPr>
        <p:txBody>
          <a:bodyPr lIns="0" rIns="0" anchor="ctr"/>
          <a:lstStyle>
            <a:lvl1pPr marL="0" indent="0" algn="ctr">
              <a:lnSpc>
                <a:spcPct val="100000"/>
              </a:lnSpc>
              <a:spcBef>
                <a:spcPts val="0"/>
              </a:spcBef>
              <a:buNone/>
              <a:defRPr sz="1400" b="0">
                <a:solidFill>
                  <a:schemeClr val="accent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4" name="Text Placeholder 2">
            <a:extLst>
              <a:ext uri="{FF2B5EF4-FFF2-40B4-BE49-F238E27FC236}">
                <a16:creationId xmlns:a16="http://schemas.microsoft.com/office/drawing/2014/main" id="{9E91D85A-CBAB-980E-5BD9-3BCF8CEAC7EA}"/>
              </a:ext>
            </a:extLst>
          </p:cNvPr>
          <p:cNvSpPr>
            <a:spLocks noGrp="1"/>
          </p:cNvSpPr>
          <p:nvPr>
            <p:ph type="body" idx="34"/>
          </p:nvPr>
        </p:nvSpPr>
        <p:spPr>
          <a:xfrm>
            <a:off x="6800705" y="5760720"/>
            <a:ext cx="1691640" cy="466344"/>
          </a:xfrm>
          <a:solidFill>
            <a:schemeClr val="accent2"/>
          </a:solidFill>
        </p:spPr>
        <p:txBody>
          <a:bodyPr lIns="0" rIns="0" anchor="t"/>
          <a:lstStyle>
            <a:lvl1pPr marL="0" indent="0" algn="ctr">
              <a:lnSpc>
                <a:spcPct val="100000"/>
              </a:lnSpc>
              <a:spcBef>
                <a:spcPts val="0"/>
              </a:spcBef>
              <a:buNone/>
              <a:defRPr sz="1200" b="0">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6" name="Picture Placeholder 31">
            <a:extLst>
              <a:ext uri="{FF2B5EF4-FFF2-40B4-BE49-F238E27FC236}">
                <a16:creationId xmlns:a16="http://schemas.microsoft.com/office/drawing/2014/main" id="{40E68EB8-B0D8-E5D4-CE19-45219E4D7038}"/>
              </a:ext>
            </a:extLst>
          </p:cNvPr>
          <p:cNvSpPr>
            <a:spLocks noGrp="1"/>
          </p:cNvSpPr>
          <p:nvPr>
            <p:ph type="pic" sz="quarter" idx="26"/>
          </p:nvPr>
        </p:nvSpPr>
        <p:spPr>
          <a:xfrm>
            <a:off x="9685057" y="1261872"/>
            <a:ext cx="1609344" cy="1609344"/>
          </a:xfrm>
          <a:solidFill>
            <a:schemeClr val="tx2">
              <a:lumMod val="60000"/>
              <a:lumOff val="40000"/>
            </a:schemeClr>
          </a:solidFill>
          <a:ln w="15875">
            <a:solidFill>
              <a:schemeClr val="bg1"/>
            </a:solidFill>
          </a:ln>
        </p:spPr>
        <p:txBody>
          <a:bodyPr anchor="ctr"/>
          <a:lstStyle>
            <a:lvl1pPr marL="0" indent="0" algn="ctr">
              <a:buNone/>
              <a:defRPr sz="1200"/>
            </a:lvl1pPr>
          </a:lstStyle>
          <a:p>
            <a:r>
              <a:rPr lang="en-US"/>
              <a:t>Click icon to add picture</a:t>
            </a:r>
            <a:endParaRPr lang="en-US" dirty="0"/>
          </a:p>
        </p:txBody>
      </p:sp>
      <p:sp>
        <p:nvSpPr>
          <p:cNvPr id="20" name="Text Placeholder 4">
            <a:extLst>
              <a:ext uri="{FF2B5EF4-FFF2-40B4-BE49-F238E27FC236}">
                <a16:creationId xmlns:a16="http://schemas.microsoft.com/office/drawing/2014/main" id="{7D1D0610-E513-F5EA-0393-622F692CA0F2}"/>
              </a:ext>
            </a:extLst>
          </p:cNvPr>
          <p:cNvSpPr>
            <a:spLocks noGrp="1"/>
          </p:cNvSpPr>
          <p:nvPr>
            <p:ph type="body" sz="quarter" idx="3"/>
          </p:nvPr>
        </p:nvSpPr>
        <p:spPr>
          <a:xfrm>
            <a:off x="9575329" y="2889504"/>
            <a:ext cx="1828800" cy="310896"/>
          </a:xfrm>
        </p:spPr>
        <p:txBody>
          <a:bodyPr lIns="0" rIns="0" anchor="ctr"/>
          <a:lstStyle>
            <a:lvl1pPr marL="0" indent="0" algn="ctr">
              <a:lnSpc>
                <a:spcPct val="100000"/>
              </a:lnSpc>
              <a:spcBef>
                <a:spcPts val="0"/>
              </a:spcBef>
              <a:buNone/>
              <a:defRPr sz="1400" b="0">
                <a:solidFill>
                  <a:schemeClr val="accent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5" name="Text Placeholder 4">
            <a:extLst>
              <a:ext uri="{FF2B5EF4-FFF2-40B4-BE49-F238E27FC236}">
                <a16:creationId xmlns:a16="http://schemas.microsoft.com/office/drawing/2014/main" id="{3BF37293-4E33-5570-29ED-04EB525DD199}"/>
              </a:ext>
            </a:extLst>
          </p:cNvPr>
          <p:cNvSpPr>
            <a:spLocks noGrp="1"/>
          </p:cNvSpPr>
          <p:nvPr>
            <p:ph type="body" sz="quarter" idx="18"/>
          </p:nvPr>
        </p:nvSpPr>
        <p:spPr>
          <a:xfrm>
            <a:off x="9643909" y="3154680"/>
            <a:ext cx="1691640" cy="466344"/>
          </a:xfrm>
          <a:solidFill>
            <a:schemeClr val="accent2"/>
          </a:solidFill>
        </p:spPr>
        <p:txBody>
          <a:bodyPr lIns="0" rIns="0" anchor="t"/>
          <a:lstStyle>
            <a:lvl1pPr marL="0" indent="0" algn="ctr">
              <a:lnSpc>
                <a:spcPct val="100000"/>
              </a:lnSpc>
              <a:spcBef>
                <a:spcPts val="0"/>
              </a:spcBef>
              <a:buNone/>
              <a:defRPr sz="1200" b="0">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0" name="Picture Placeholder 31">
            <a:extLst>
              <a:ext uri="{FF2B5EF4-FFF2-40B4-BE49-F238E27FC236}">
                <a16:creationId xmlns:a16="http://schemas.microsoft.com/office/drawing/2014/main" id="{5993608C-B818-3AD4-B4D3-28D2DF627D0D}"/>
              </a:ext>
            </a:extLst>
          </p:cNvPr>
          <p:cNvSpPr>
            <a:spLocks noGrp="1"/>
          </p:cNvSpPr>
          <p:nvPr>
            <p:ph type="pic" sz="quarter" idx="30"/>
          </p:nvPr>
        </p:nvSpPr>
        <p:spPr>
          <a:xfrm>
            <a:off x="9685057" y="3877056"/>
            <a:ext cx="1609344" cy="1609344"/>
          </a:xfrm>
          <a:solidFill>
            <a:schemeClr val="tx2">
              <a:lumMod val="60000"/>
              <a:lumOff val="40000"/>
            </a:schemeClr>
          </a:solidFill>
          <a:ln w="15875">
            <a:solidFill>
              <a:schemeClr val="bg1"/>
            </a:solidFill>
          </a:ln>
        </p:spPr>
        <p:txBody>
          <a:bodyPr anchor="ctr"/>
          <a:lstStyle>
            <a:lvl1pPr marL="0" indent="0" algn="ctr">
              <a:buNone/>
              <a:defRPr sz="1200"/>
            </a:lvl1pPr>
          </a:lstStyle>
          <a:p>
            <a:r>
              <a:rPr lang="en-US"/>
              <a:t>Click icon to add picture</a:t>
            </a:r>
            <a:endParaRPr lang="en-US" dirty="0"/>
          </a:p>
        </p:txBody>
      </p:sp>
      <p:sp>
        <p:nvSpPr>
          <p:cNvPr id="46" name="Text Placeholder 4">
            <a:extLst>
              <a:ext uri="{FF2B5EF4-FFF2-40B4-BE49-F238E27FC236}">
                <a16:creationId xmlns:a16="http://schemas.microsoft.com/office/drawing/2014/main" id="{0E307E95-A0E7-5F5C-DFF3-F33EF29FFC32}"/>
              </a:ext>
            </a:extLst>
          </p:cNvPr>
          <p:cNvSpPr>
            <a:spLocks noGrp="1"/>
          </p:cNvSpPr>
          <p:nvPr>
            <p:ph type="body" sz="quarter" idx="36"/>
          </p:nvPr>
        </p:nvSpPr>
        <p:spPr>
          <a:xfrm>
            <a:off x="9561613" y="5477256"/>
            <a:ext cx="1856232" cy="310896"/>
          </a:xfrm>
        </p:spPr>
        <p:txBody>
          <a:bodyPr lIns="0" rIns="0" anchor="ctr"/>
          <a:lstStyle>
            <a:lvl1pPr marL="0" indent="0" algn="ctr">
              <a:lnSpc>
                <a:spcPct val="100000"/>
              </a:lnSpc>
              <a:spcBef>
                <a:spcPts val="0"/>
              </a:spcBef>
              <a:buNone/>
              <a:defRPr sz="1400" b="0">
                <a:solidFill>
                  <a:schemeClr val="accent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2" name="Text Placeholder 4">
            <a:extLst>
              <a:ext uri="{FF2B5EF4-FFF2-40B4-BE49-F238E27FC236}">
                <a16:creationId xmlns:a16="http://schemas.microsoft.com/office/drawing/2014/main" id="{93D6B271-D0F0-7CDA-BE9D-BD03B6C47BAB}"/>
              </a:ext>
            </a:extLst>
          </p:cNvPr>
          <p:cNvSpPr>
            <a:spLocks noGrp="1"/>
          </p:cNvSpPr>
          <p:nvPr>
            <p:ph type="body" sz="quarter" idx="32"/>
          </p:nvPr>
        </p:nvSpPr>
        <p:spPr>
          <a:xfrm>
            <a:off x="9643909" y="5760720"/>
            <a:ext cx="1691640" cy="466344"/>
          </a:xfrm>
          <a:solidFill>
            <a:schemeClr val="accent2"/>
          </a:solidFill>
        </p:spPr>
        <p:txBody>
          <a:bodyPr lIns="0" rIns="0" anchor="t"/>
          <a:lstStyle>
            <a:lvl1pPr marL="0" indent="0" algn="ctr">
              <a:lnSpc>
                <a:spcPct val="100000"/>
              </a:lnSpc>
              <a:spcBef>
                <a:spcPts val="0"/>
              </a:spcBef>
              <a:buNone/>
              <a:defRPr sz="1200" b="0">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Slide Number Placeholder 5">
            <a:extLst>
              <a:ext uri="{FF2B5EF4-FFF2-40B4-BE49-F238E27FC236}">
                <a16:creationId xmlns:a16="http://schemas.microsoft.com/office/drawing/2014/main" id="{2101ABA6-5EA3-1AE9-0825-523073F786ED}"/>
              </a:ext>
            </a:extLst>
          </p:cNvPr>
          <p:cNvSpPr>
            <a:spLocks noGrp="1"/>
          </p:cNvSpPr>
          <p:nvPr>
            <p:ph type="sldNum" sz="quarter" idx="12"/>
          </p:nvPr>
        </p:nvSpPr>
        <p:spPr>
          <a:xfrm>
            <a:off x="616640" y="6517634"/>
            <a:ext cx="950258" cy="274320"/>
          </a:xfrm>
          <a:prstGeom prst="rect">
            <a:avLst/>
          </a:prstGeom>
        </p:spPr>
        <p:txBody>
          <a:bodyPr/>
          <a:lstStyle>
            <a:lvl1pPr>
              <a:defRPr>
                <a:solidFill>
                  <a:schemeClr val="accent1"/>
                </a:solidFill>
              </a:defRPr>
            </a:lvl1pPr>
          </a:lstStyle>
          <a:p>
            <a:fld id="{84D792B7-0397-C047-AE12-1A03F7E3DC83}" type="slidenum">
              <a:rPr lang="en-US" smtClean="0"/>
              <a:pPr/>
              <a:t>‹#›</a:t>
            </a:fld>
            <a:endParaRPr lang="en-US" dirty="0"/>
          </a:p>
        </p:txBody>
      </p:sp>
      <p:sp>
        <p:nvSpPr>
          <p:cNvPr id="5" name="Footer Placeholder 4">
            <a:extLst>
              <a:ext uri="{FF2B5EF4-FFF2-40B4-BE49-F238E27FC236}">
                <a16:creationId xmlns:a16="http://schemas.microsoft.com/office/drawing/2014/main" id="{726C5317-E14C-8E61-2C1E-0430778E8A0C}"/>
              </a:ext>
            </a:extLst>
          </p:cNvPr>
          <p:cNvSpPr>
            <a:spLocks noGrp="1"/>
          </p:cNvSpPr>
          <p:nvPr>
            <p:ph type="ftr" sz="quarter" idx="11"/>
          </p:nvPr>
        </p:nvSpPr>
        <p:spPr>
          <a:xfrm>
            <a:off x="4808250" y="6517634"/>
            <a:ext cx="2572870" cy="274320"/>
          </a:xfrm>
          <a:prstGeom prst="rect">
            <a:avLst/>
          </a:prstGeom>
        </p:spPr>
        <p:txBody>
          <a:bodyPr/>
          <a:lstStyle>
            <a:lvl1pPr>
              <a:defRPr>
                <a:solidFill>
                  <a:schemeClr val="accent1"/>
                </a:solidFill>
              </a:defRPr>
            </a:lvl1pPr>
          </a:lstStyle>
          <a:p>
            <a:r>
              <a:rPr lang="en-US"/>
              <a:t>presentation title</a:t>
            </a:r>
            <a:endParaRPr lang="en-US" dirty="0"/>
          </a:p>
        </p:txBody>
      </p:sp>
      <p:sp>
        <p:nvSpPr>
          <p:cNvPr id="4" name="Date Placeholder 3">
            <a:extLst>
              <a:ext uri="{FF2B5EF4-FFF2-40B4-BE49-F238E27FC236}">
                <a16:creationId xmlns:a16="http://schemas.microsoft.com/office/drawing/2014/main" id="{5A514D0E-ED92-E1A4-0E78-546375A0A63E}"/>
              </a:ext>
            </a:extLst>
          </p:cNvPr>
          <p:cNvSpPr>
            <a:spLocks noGrp="1"/>
          </p:cNvSpPr>
          <p:nvPr>
            <p:ph type="dt" sz="half" idx="10"/>
          </p:nvPr>
        </p:nvSpPr>
        <p:spPr/>
        <p:txBody>
          <a:bodyPr/>
          <a:lstStyle>
            <a:lvl1pPr>
              <a:defRPr>
                <a:solidFill>
                  <a:schemeClr val="accent1"/>
                </a:solidFill>
              </a:defRPr>
            </a:lvl1pPr>
          </a:lstStyle>
          <a:p>
            <a:r>
              <a:rPr lang="en-US"/>
              <a:t>20XX</a:t>
            </a:r>
            <a:endParaRPr lang="en-US" dirty="0"/>
          </a:p>
        </p:txBody>
      </p:sp>
      <p:cxnSp>
        <p:nvCxnSpPr>
          <p:cNvPr id="7" name="Straight Connector 6">
            <a:extLst>
              <a:ext uri="{FF2B5EF4-FFF2-40B4-BE49-F238E27FC236}">
                <a16:creationId xmlns:a16="http://schemas.microsoft.com/office/drawing/2014/main" id="{BB211C01-E0D3-34B5-C635-7ED6C7C89E9C}"/>
              </a:ext>
            </a:extLst>
          </p:cNvPr>
          <p:cNvCxnSpPr>
            <a:cxnSpLocks/>
          </p:cNvCxnSpPr>
          <p:nvPr userDrawn="1"/>
        </p:nvCxnSpPr>
        <p:spPr>
          <a:xfrm>
            <a:off x="0" y="3300220"/>
            <a:ext cx="12192000" cy="0"/>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4D4CCE68-630E-A4CE-AF43-3FB81EADDF21}"/>
              </a:ext>
            </a:extLst>
          </p:cNvPr>
          <p:cNvCxnSpPr>
            <a:cxnSpLocks/>
          </p:cNvCxnSpPr>
          <p:nvPr userDrawn="1"/>
        </p:nvCxnSpPr>
        <p:spPr>
          <a:xfrm>
            <a:off x="398366" y="1042465"/>
            <a:ext cx="11395267" cy="0"/>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E40AA902-F568-9A37-2C1B-1E3659DBE780}"/>
              </a:ext>
            </a:extLst>
          </p:cNvPr>
          <p:cNvCxnSpPr>
            <a:cxnSpLocks/>
          </p:cNvCxnSpPr>
          <p:nvPr userDrawn="1"/>
        </p:nvCxnSpPr>
        <p:spPr>
          <a:xfrm flipV="1">
            <a:off x="398367" y="0"/>
            <a:ext cx="0" cy="6858000"/>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794CF9AA-8029-6D34-457C-9FC583E8DFD4}"/>
              </a:ext>
            </a:extLst>
          </p:cNvPr>
          <p:cNvCxnSpPr>
            <a:cxnSpLocks/>
          </p:cNvCxnSpPr>
          <p:nvPr userDrawn="1"/>
        </p:nvCxnSpPr>
        <p:spPr>
          <a:xfrm flipV="1">
            <a:off x="11793633" y="0"/>
            <a:ext cx="0" cy="6858000"/>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94CAFEB8-8359-AC67-8760-CFF0FC604D80}"/>
              </a:ext>
            </a:extLst>
          </p:cNvPr>
          <p:cNvCxnSpPr>
            <a:cxnSpLocks/>
          </p:cNvCxnSpPr>
          <p:nvPr userDrawn="1"/>
        </p:nvCxnSpPr>
        <p:spPr>
          <a:xfrm>
            <a:off x="0" y="6439485"/>
            <a:ext cx="12192000" cy="0"/>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67E393C7-F0CA-6CFE-7A57-82D059DF9D96}"/>
              </a:ext>
            </a:extLst>
          </p:cNvPr>
          <p:cNvCxnSpPr>
            <a:cxnSpLocks/>
          </p:cNvCxnSpPr>
          <p:nvPr userDrawn="1"/>
        </p:nvCxnSpPr>
        <p:spPr>
          <a:xfrm>
            <a:off x="0" y="5915157"/>
            <a:ext cx="12192000" cy="0"/>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829725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Quote slide">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A0BD26-4C3C-C934-E3C5-C4ABD369E612}"/>
              </a:ext>
            </a:extLst>
          </p:cNvPr>
          <p:cNvSpPr>
            <a:spLocks noGrp="1"/>
          </p:cNvSpPr>
          <p:nvPr>
            <p:ph type="title"/>
          </p:nvPr>
        </p:nvSpPr>
        <p:spPr>
          <a:xfrm>
            <a:off x="941832" y="1005840"/>
            <a:ext cx="7187184" cy="4251960"/>
          </a:xfrm>
        </p:spPr>
        <p:txBody>
          <a:bodyPr anchor="b"/>
          <a:lstStyle>
            <a:lvl1pPr>
              <a:lnSpc>
                <a:spcPct val="100000"/>
              </a:lnSpc>
              <a:defRPr sz="5400"/>
            </a:lvl1pPr>
          </a:lstStyle>
          <a:p>
            <a:r>
              <a:rPr lang="en-US"/>
              <a:t>Click to edit Master title style</a:t>
            </a:r>
          </a:p>
        </p:txBody>
      </p:sp>
      <p:sp>
        <p:nvSpPr>
          <p:cNvPr id="19" name="Subtitle 2">
            <a:extLst>
              <a:ext uri="{FF2B5EF4-FFF2-40B4-BE49-F238E27FC236}">
                <a16:creationId xmlns:a16="http://schemas.microsoft.com/office/drawing/2014/main" id="{BE3754CA-7CD5-66C6-9A94-42B6D2AEC1C0}"/>
              </a:ext>
            </a:extLst>
          </p:cNvPr>
          <p:cNvSpPr>
            <a:spLocks noGrp="1"/>
          </p:cNvSpPr>
          <p:nvPr>
            <p:ph type="subTitle" idx="1"/>
          </p:nvPr>
        </p:nvSpPr>
        <p:spPr>
          <a:xfrm>
            <a:off x="941832" y="5312664"/>
            <a:ext cx="2889504" cy="365760"/>
          </a:xfrm>
          <a:solidFill>
            <a:schemeClr val="accent3"/>
          </a:solidFill>
        </p:spPr>
        <p:txBody>
          <a:bodyPr>
            <a:noAutofit/>
          </a:bodyPr>
          <a:lstStyle>
            <a:lvl1pPr marL="0" indent="0" algn="l">
              <a:buNone/>
              <a:defRPr sz="1800">
                <a:solidFill>
                  <a:schemeClr val="tx1"/>
                </a:solidFill>
                <a:latin typeface="Gill Sans Nova Light" panose="020B0302020104020203"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23" name="Picture Placeholder 22">
            <a:extLst>
              <a:ext uri="{FF2B5EF4-FFF2-40B4-BE49-F238E27FC236}">
                <a16:creationId xmlns:a16="http://schemas.microsoft.com/office/drawing/2014/main" id="{47150B01-E47B-1FE6-D289-46641618F640}"/>
              </a:ext>
            </a:extLst>
          </p:cNvPr>
          <p:cNvSpPr>
            <a:spLocks noGrp="1"/>
          </p:cNvSpPr>
          <p:nvPr>
            <p:ph type="pic" sz="quarter" idx="13"/>
          </p:nvPr>
        </p:nvSpPr>
        <p:spPr>
          <a:xfrm>
            <a:off x="8937714" y="1028362"/>
            <a:ext cx="2451100" cy="4800597"/>
          </a:xfrm>
          <a:ln w="15875">
            <a:solidFill>
              <a:schemeClr val="tx1"/>
            </a:solidFill>
          </a:ln>
        </p:spPr>
        <p:txBody>
          <a:bodyPr anchor="ctr"/>
          <a:lstStyle>
            <a:lvl1pPr marL="0" indent="0" algn="ctr">
              <a:buNone/>
              <a:defRPr sz="1800"/>
            </a:lvl1pPr>
          </a:lstStyle>
          <a:p>
            <a:r>
              <a:rPr lang="en-US"/>
              <a:t>Click icon to add picture</a:t>
            </a:r>
            <a:endParaRPr lang="en-US" dirty="0"/>
          </a:p>
        </p:txBody>
      </p:sp>
      <p:sp>
        <p:nvSpPr>
          <p:cNvPr id="6" name="Slide Number Placeholder 5">
            <a:extLst>
              <a:ext uri="{FF2B5EF4-FFF2-40B4-BE49-F238E27FC236}">
                <a16:creationId xmlns:a16="http://schemas.microsoft.com/office/drawing/2014/main" id="{2101ABA6-5EA3-1AE9-0825-523073F786ED}"/>
              </a:ext>
            </a:extLst>
          </p:cNvPr>
          <p:cNvSpPr>
            <a:spLocks noGrp="1"/>
          </p:cNvSpPr>
          <p:nvPr>
            <p:ph type="sldNum" sz="quarter" idx="12"/>
          </p:nvPr>
        </p:nvSpPr>
        <p:spPr>
          <a:xfrm>
            <a:off x="616640" y="6517634"/>
            <a:ext cx="950258" cy="274320"/>
          </a:xfrm>
          <a:prstGeom prst="rect">
            <a:avLst/>
          </a:prstGeom>
        </p:spPr>
        <p:txBody>
          <a:bodyPr/>
          <a:lstStyle>
            <a:lvl1pPr>
              <a:defRPr>
                <a:solidFill>
                  <a:schemeClr val="tx1"/>
                </a:solidFill>
              </a:defRPr>
            </a:lvl1pPr>
          </a:lstStyle>
          <a:p>
            <a:fld id="{84D792B7-0397-C047-AE12-1A03F7E3DC83}" type="slidenum">
              <a:rPr lang="en-US" smtClean="0"/>
              <a:pPr/>
              <a:t>‹#›</a:t>
            </a:fld>
            <a:endParaRPr lang="en-US" dirty="0"/>
          </a:p>
        </p:txBody>
      </p:sp>
      <p:sp>
        <p:nvSpPr>
          <p:cNvPr id="5" name="Footer Placeholder 4">
            <a:extLst>
              <a:ext uri="{FF2B5EF4-FFF2-40B4-BE49-F238E27FC236}">
                <a16:creationId xmlns:a16="http://schemas.microsoft.com/office/drawing/2014/main" id="{726C5317-E14C-8E61-2C1E-0430778E8A0C}"/>
              </a:ext>
            </a:extLst>
          </p:cNvPr>
          <p:cNvSpPr>
            <a:spLocks noGrp="1"/>
          </p:cNvSpPr>
          <p:nvPr>
            <p:ph type="ftr" sz="quarter" idx="11"/>
          </p:nvPr>
        </p:nvSpPr>
        <p:spPr>
          <a:xfrm>
            <a:off x="4808250" y="6517634"/>
            <a:ext cx="2572870" cy="274320"/>
          </a:xfrm>
          <a:prstGeom prst="rect">
            <a:avLst/>
          </a:prstGeom>
        </p:spPr>
        <p:txBody>
          <a:bodyPr/>
          <a:lstStyle>
            <a:lvl1pPr>
              <a:defRPr>
                <a:solidFill>
                  <a:schemeClr val="tx1"/>
                </a:solidFill>
              </a:defRPr>
            </a:lvl1pPr>
          </a:lstStyle>
          <a:p>
            <a:r>
              <a:rPr lang="en-US" dirty="0"/>
              <a:t>presentation title</a:t>
            </a:r>
          </a:p>
        </p:txBody>
      </p:sp>
      <p:sp>
        <p:nvSpPr>
          <p:cNvPr id="4" name="Date Placeholder 3">
            <a:extLst>
              <a:ext uri="{FF2B5EF4-FFF2-40B4-BE49-F238E27FC236}">
                <a16:creationId xmlns:a16="http://schemas.microsoft.com/office/drawing/2014/main" id="{5A514D0E-ED92-E1A4-0E78-546375A0A63E}"/>
              </a:ext>
            </a:extLst>
          </p:cNvPr>
          <p:cNvSpPr>
            <a:spLocks noGrp="1"/>
          </p:cNvSpPr>
          <p:nvPr>
            <p:ph type="dt" sz="half" idx="10"/>
          </p:nvPr>
        </p:nvSpPr>
        <p:spPr/>
        <p:txBody>
          <a:bodyPr/>
          <a:lstStyle>
            <a:lvl1pPr>
              <a:defRPr>
                <a:solidFill>
                  <a:schemeClr val="tx1"/>
                </a:solidFill>
              </a:defRPr>
            </a:lvl1pPr>
          </a:lstStyle>
          <a:p>
            <a:r>
              <a:rPr lang="en-US"/>
              <a:t>20XX</a:t>
            </a:r>
            <a:endParaRPr lang="en-US" dirty="0"/>
          </a:p>
        </p:txBody>
      </p:sp>
      <p:cxnSp>
        <p:nvCxnSpPr>
          <p:cNvPr id="8" name="Straight Connector 7">
            <a:extLst>
              <a:ext uri="{FF2B5EF4-FFF2-40B4-BE49-F238E27FC236}">
                <a16:creationId xmlns:a16="http://schemas.microsoft.com/office/drawing/2014/main" id="{52C5A325-67B4-EB21-61D9-11A62C1149D0}"/>
              </a:ext>
            </a:extLst>
          </p:cNvPr>
          <p:cNvCxnSpPr>
            <a:cxnSpLocks/>
          </p:cNvCxnSpPr>
          <p:nvPr userDrawn="1"/>
        </p:nvCxnSpPr>
        <p:spPr>
          <a:xfrm>
            <a:off x="0" y="395159"/>
            <a:ext cx="1219200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7966DF71-8DDC-0AE8-6067-6C8BDF66AEE6}"/>
              </a:ext>
            </a:extLst>
          </p:cNvPr>
          <p:cNvCxnSpPr>
            <a:cxnSpLocks/>
          </p:cNvCxnSpPr>
          <p:nvPr userDrawn="1"/>
        </p:nvCxnSpPr>
        <p:spPr>
          <a:xfrm>
            <a:off x="0" y="6439485"/>
            <a:ext cx="1219200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8D53E1C8-4CA4-75B1-C371-4A379986E7A8}"/>
              </a:ext>
            </a:extLst>
          </p:cNvPr>
          <p:cNvCxnSpPr>
            <a:cxnSpLocks/>
          </p:cNvCxnSpPr>
          <p:nvPr userDrawn="1"/>
        </p:nvCxnSpPr>
        <p:spPr>
          <a:xfrm flipV="1">
            <a:off x="398367" y="0"/>
            <a:ext cx="0" cy="685800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74A3361-4A2D-2ED2-946A-46EA9B3FCC96}"/>
              </a:ext>
            </a:extLst>
          </p:cNvPr>
          <p:cNvCxnSpPr>
            <a:cxnSpLocks/>
          </p:cNvCxnSpPr>
          <p:nvPr userDrawn="1"/>
        </p:nvCxnSpPr>
        <p:spPr>
          <a:xfrm flipV="1">
            <a:off x="11793633" y="0"/>
            <a:ext cx="0" cy="685800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99A1A3AD-F519-2787-F127-4698F8E5CA39}"/>
              </a:ext>
            </a:extLst>
          </p:cNvPr>
          <p:cNvCxnSpPr>
            <a:cxnSpLocks/>
          </p:cNvCxnSpPr>
          <p:nvPr userDrawn="1"/>
        </p:nvCxnSpPr>
        <p:spPr>
          <a:xfrm>
            <a:off x="0" y="5516519"/>
            <a:ext cx="91440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765322AF-E7A0-773B-0886-72337FA4AC8E}"/>
              </a:ext>
            </a:extLst>
          </p:cNvPr>
          <p:cNvCxnSpPr>
            <a:cxnSpLocks/>
            <a:stCxn id="19" idx="3"/>
          </p:cNvCxnSpPr>
          <p:nvPr userDrawn="1"/>
        </p:nvCxnSpPr>
        <p:spPr>
          <a:xfrm>
            <a:off x="3831336" y="5495544"/>
            <a:ext cx="8360664"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31443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Multiple content">
    <p:bg>
      <p:bgPr>
        <a:solidFill>
          <a:schemeClr val="accent1"/>
        </a:solidFill>
        <a:effectLst/>
      </p:bgPr>
    </p:bg>
    <p:spTree>
      <p:nvGrpSpPr>
        <p:cNvPr id="1" name=""/>
        <p:cNvGrpSpPr/>
        <p:nvPr/>
      </p:nvGrpSpPr>
      <p:grpSpPr>
        <a:xfrm>
          <a:off x="0" y="0"/>
          <a:ext cx="0" cy="0"/>
          <a:chOff x="0" y="0"/>
          <a:chExt cx="0" cy="0"/>
        </a:xfrm>
      </p:grpSpPr>
      <p:sp>
        <p:nvSpPr>
          <p:cNvPr id="40" name="Picture Placeholder 39">
            <a:extLst>
              <a:ext uri="{FF2B5EF4-FFF2-40B4-BE49-F238E27FC236}">
                <a16:creationId xmlns:a16="http://schemas.microsoft.com/office/drawing/2014/main" id="{5CCC7076-FFA4-750E-431A-0BE2B1B6F2EB}"/>
              </a:ext>
            </a:extLst>
          </p:cNvPr>
          <p:cNvSpPr>
            <a:spLocks noGrp="1"/>
          </p:cNvSpPr>
          <p:nvPr>
            <p:ph type="pic" sz="quarter" idx="20"/>
          </p:nvPr>
        </p:nvSpPr>
        <p:spPr>
          <a:xfrm>
            <a:off x="547796" y="1652080"/>
            <a:ext cx="4406901" cy="3124681"/>
          </a:xfrm>
          <a:ln w="15875">
            <a:solidFill>
              <a:schemeClr val="tx1"/>
            </a:solidFill>
          </a:ln>
        </p:spPr>
        <p:txBody>
          <a:bodyPr anchor="ctr"/>
          <a:lstStyle>
            <a:lvl1pPr marL="0" indent="0" algn="ctr">
              <a:buNone/>
              <a:defRPr sz="1800"/>
            </a:lvl1pPr>
          </a:lstStyle>
          <a:p>
            <a:r>
              <a:rPr lang="en-US"/>
              <a:t>Click icon to add picture</a:t>
            </a:r>
            <a:endParaRPr lang="en-US" dirty="0"/>
          </a:p>
        </p:txBody>
      </p:sp>
      <p:cxnSp>
        <p:nvCxnSpPr>
          <p:cNvPr id="9" name="Straight Connector 8">
            <a:extLst>
              <a:ext uri="{FF2B5EF4-FFF2-40B4-BE49-F238E27FC236}">
                <a16:creationId xmlns:a16="http://schemas.microsoft.com/office/drawing/2014/main" id="{EBF410FA-6919-A95F-E465-F3650BC704A5}"/>
              </a:ext>
            </a:extLst>
          </p:cNvPr>
          <p:cNvCxnSpPr>
            <a:cxnSpLocks/>
          </p:cNvCxnSpPr>
          <p:nvPr userDrawn="1"/>
        </p:nvCxnSpPr>
        <p:spPr>
          <a:xfrm>
            <a:off x="0" y="1037308"/>
            <a:ext cx="1219200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056D016C-FD2C-0B4B-A727-8A7CAF4A9846}"/>
              </a:ext>
            </a:extLst>
          </p:cNvPr>
          <p:cNvCxnSpPr>
            <a:cxnSpLocks/>
          </p:cNvCxnSpPr>
          <p:nvPr userDrawn="1"/>
        </p:nvCxnSpPr>
        <p:spPr>
          <a:xfrm flipV="1">
            <a:off x="5476731" y="1037308"/>
            <a:ext cx="0" cy="5402177"/>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7A79FE8F-AD7E-5CA6-4AC2-165DA0C9BEF5}"/>
              </a:ext>
            </a:extLst>
          </p:cNvPr>
          <p:cNvCxnSpPr>
            <a:cxnSpLocks/>
          </p:cNvCxnSpPr>
          <p:nvPr userDrawn="1"/>
        </p:nvCxnSpPr>
        <p:spPr>
          <a:xfrm flipV="1">
            <a:off x="8792556" y="1027906"/>
            <a:ext cx="0" cy="5411579"/>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31AA6A48-79F7-A000-AA19-3EB390EBAFAF}"/>
              </a:ext>
            </a:extLst>
          </p:cNvPr>
          <p:cNvCxnSpPr>
            <a:cxnSpLocks/>
          </p:cNvCxnSpPr>
          <p:nvPr userDrawn="1"/>
        </p:nvCxnSpPr>
        <p:spPr>
          <a:xfrm>
            <a:off x="5476731" y="3833413"/>
            <a:ext cx="6715269"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1D2FB9E0-941D-A849-6C69-C8A3BDD784D2}"/>
              </a:ext>
            </a:extLst>
          </p:cNvPr>
          <p:cNvCxnSpPr>
            <a:cxnSpLocks/>
          </p:cNvCxnSpPr>
          <p:nvPr userDrawn="1"/>
        </p:nvCxnSpPr>
        <p:spPr>
          <a:xfrm>
            <a:off x="0" y="6439485"/>
            <a:ext cx="1219200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95A0BD26-4C3C-C934-E3C5-C4ABD369E612}"/>
              </a:ext>
            </a:extLst>
          </p:cNvPr>
          <p:cNvSpPr>
            <a:spLocks noGrp="1"/>
          </p:cNvSpPr>
          <p:nvPr>
            <p:ph type="title"/>
          </p:nvPr>
        </p:nvSpPr>
        <p:spPr>
          <a:xfrm>
            <a:off x="467868" y="54864"/>
            <a:ext cx="11256264" cy="969264"/>
          </a:xfrm>
        </p:spPr>
        <p:txBody>
          <a:bodyPr/>
          <a:lstStyle>
            <a:lvl1pPr algn="ctr">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D53F374C-57DC-E207-D494-6986428A2D60}"/>
              </a:ext>
            </a:extLst>
          </p:cNvPr>
          <p:cNvSpPr>
            <a:spLocks noGrp="1"/>
          </p:cNvSpPr>
          <p:nvPr>
            <p:ph idx="1"/>
          </p:nvPr>
        </p:nvSpPr>
        <p:spPr>
          <a:xfrm>
            <a:off x="9023483" y="1802860"/>
            <a:ext cx="2843784" cy="1827340"/>
          </a:xfrm>
        </p:spPr>
        <p:txBody>
          <a:bodyPr/>
          <a:lstStyle>
            <a:lvl1pPr marL="0" indent="0">
              <a:lnSpc>
                <a:spcPct val="100000"/>
              </a:lnSpc>
              <a:spcBef>
                <a:spcPts val="0"/>
              </a:spcBef>
              <a:buNone/>
              <a:defRPr sz="1800"/>
            </a:lvl1pPr>
          </a:lstStyle>
          <a:p>
            <a:pPr lvl="0"/>
            <a:r>
              <a:rPr lang="en-US"/>
              <a:t>Click to edit Master text styles</a:t>
            </a:r>
          </a:p>
        </p:txBody>
      </p:sp>
      <p:sp>
        <p:nvSpPr>
          <p:cNvPr id="4" name="Date Placeholder 3">
            <a:extLst>
              <a:ext uri="{FF2B5EF4-FFF2-40B4-BE49-F238E27FC236}">
                <a16:creationId xmlns:a16="http://schemas.microsoft.com/office/drawing/2014/main" id="{5A514D0E-ED92-E1A4-0E78-546375A0A63E}"/>
              </a:ext>
            </a:extLst>
          </p:cNvPr>
          <p:cNvSpPr>
            <a:spLocks noGrp="1"/>
          </p:cNvSpPr>
          <p:nvPr>
            <p:ph type="dt" sz="half" idx="10"/>
          </p:nvPr>
        </p:nvSpPr>
        <p:spPr/>
        <p:txBody>
          <a:bodyPr/>
          <a:lstStyle/>
          <a:p>
            <a:r>
              <a:rPr lang="en-US"/>
              <a:t>20XX</a:t>
            </a:r>
            <a:endParaRPr lang="en-US" dirty="0"/>
          </a:p>
        </p:txBody>
      </p:sp>
      <p:sp>
        <p:nvSpPr>
          <p:cNvPr id="5" name="Footer Placeholder 4">
            <a:extLst>
              <a:ext uri="{FF2B5EF4-FFF2-40B4-BE49-F238E27FC236}">
                <a16:creationId xmlns:a16="http://schemas.microsoft.com/office/drawing/2014/main" id="{726C5317-E14C-8E61-2C1E-0430778E8A0C}"/>
              </a:ext>
            </a:extLst>
          </p:cNvPr>
          <p:cNvSpPr>
            <a:spLocks noGrp="1"/>
          </p:cNvSpPr>
          <p:nvPr>
            <p:ph type="ftr" sz="quarter" idx="11"/>
          </p:nvPr>
        </p:nvSpPr>
        <p:spPr>
          <a:xfrm>
            <a:off x="4808250" y="6517634"/>
            <a:ext cx="2572870" cy="274320"/>
          </a:xfrm>
          <a:prstGeom prst="rect">
            <a:avLst/>
          </a:prstGeom>
        </p:spPr>
        <p:txBody>
          <a:bodyPr/>
          <a:lstStyle/>
          <a:p>
            <a:r>
              <a:rPr lang="en-US"/>
              <a:t>presentation title</a:t>
            </a:r>
            <a:endParaRPr lang="en-US" dirty="0"/>
          </a:p>
        </p:txBody>
      </p:sp>
      <p:sp>
        <p:nvSpPr>
          <p:cNvPr id="6" name="Slide Number Placeholder 5">
            <a:extLst>
              <a:ext uri="{FF2B5EF4-FFF2-40B4-BE49-F238E27FC236}">
                <a16:creationId xmlns:a16="http://schemas.microsoft.com/office/drawing/2014/main" id="{2101ABA6-5EA3-1AE9-0825-523073F786ED}"/>
              </a:ext>
            </a:extLst>
          </p:cNvPr>
          <p:cNvSpPr>
            <a:spLocks noGrp="1"/>
          </p:cNvSpPr>
          <p:nvPr>
            <p:ph type="sldNum" sz="quarter" idx="12"/>
          </p:nvPr>
        </p:nvSpPr>
        <p:spPr>
          <a:xfrm>
            <a:off x="616640" y="6517634"/>
            <a:ext cx="950258" cy="274320"/>
          </a:xfrm>
          <a:prstGeom prst="rect">
            <a:avLst/>
          </a:prstGeom>
        </p:spPr>
        <p:txBody>
          <a:bodyPr/>
          <a:lstStyle/>
          <a:p>
            <a:fld id="{84D792B7-0397-C047-AE12-1A03F7E3DC83}" type="slidenum">
              <a:rPr lang="en-US" smtClean="0"/>
              <a:t>‹#›</a:t>
            </a:fld>
            <a:endParaRPr lang="en-US" dirty="0"/>
          </a:p>
        </p:txBody>
      </p:sp>
      <p:sp>
        <p:nvSpPr>
          <p:cNvPr id="29" name="Content Placeholder 2">
            <a:extLst>
              <a:ext uri="{FF2B5EF4-FFF2-40B4-BE49-F238E27FC236}">
                <a16:creationId xmlns:a16="http://schemas.microsoft.com/office/drawing/2014/main" id="{F9E7CC0C-0A82-6C16-C499-CE38E6A5E1A6}"/>
              </a:ext>
            </a:extLst>
          </p:cNvPr>
          <p:cNvSpPr>
            <a:spLocks noGrp="1"/>
          </p:cNvSpPr>
          <p:nvPr>
            <p:ph idx="13"/>
          </p:nvPr>
        </p:nvSpPr>
        <p:spPr>
          <a:xfrm>
            <a:off x="5634474" y="1802860"/>
            <a:ext cx="2843784" cy="1827340"/>
          </a:xfrm>
        </p:spPr>
        <p:txBody>
          <a:bodyPr/>
          <a:lstStyle>
            <a:lvl1pPr marL="0" indent="0">
              <a:lnSpc>
                <a:spcPct val="100000"/>
              </a:lnSpc>
              <a:spcBef>
                <a:spcPts val="0"/>
              </a:spcBef>
              <a:buNone/>
              <a:defRPr sz="1800"/>
            </a:lvl1pPr>
          </a:lstStyle>
          <a:p>
            <a:pPr lvl="0"/>
            <a:r>
              <a:rPr lang="en-US"/>
              <a:t>Click to edit Master text styles</a:t>
            </a:r>
          </a:p>
        </p:txBody>
      </p:sp>
      <p:sp>
        <p:nvSpPr>
          <p:cNvPr id="31" name="Text Placeholder 30">
            <a:extLst>
              <a:ext uri="{FF2B5EF4-FFF2-40B4-BE49-F238E27FC236}">
                <a16:creationId xmlns:a16="http://schemas.microsoft.com/office/drawing/2014/main" id="{57CEC54D-1FD6-3F78-8B9D-D145F9B1C3F3}"/>
              </a:ext>
            </a:extLst>
          </p:cNvPr>
          <p:cNvSpPr>
            <a:spLocks noGrp="1"/>
          </p:cNvSpPr>
          <p:nvPr>
            <p:ph type="body" sz="quarter" idx="14"/>
          </p:nvPr>
        </p:nvSpPr>
        <p:spPr>
          <a:xfrm>
            <a:off x="5634474" y="1279472"/>
            <a:ext cx="2843784" cy="466344"/>
          </a:xfrm>
        </p:spPr>
        <p:txBody>
          <a:bodyPr/>
          <a:lstStyle>
            <a:lvl1pPr marL="0" indent="0">
              <a:lnSpc>
                <a:spcPct val="100000"/>
              </a:lnSpc>
              <a:spcBef>
                <a:spcPts val="0"/>
              </a:spcBef>
              <a:buNone/>
              <a:defRPr sz="2400">
                <a:latin typeface="+mj-lt"/>
              </a:defRPr>
            </a:lvl1pPr>
          </a:lstStyle>
          <a:p>
            <a:pPr lvl="0"/>
            <a:r>
              <a:rPr lang="en-US"/>
              <a:t>Click to edit Master text styles</a:t>
            </a:r>
          </a:p>
        </p:txBody>
      </p:sp>
      <p:sp>
        <p:nvSpPr>
          <p:cNvPr id="32" name="Text Placeholder 30">
            <a:extLst>
              <a:ext uri="{FF2B5EF4-FFF2-40B4-BE49-F238E27FC236}">
                <a16:creationId xmlns:a16="http://schemas.microsoft.com/office/drawing/2014/main" id="{A61EC6ED-86B0-89B9-F4F3-A17A7F150D11}"/>
              </a:ext>
            </a:extLst>
          </p:cNvPr>
          <p:cNvSpPr>
            <a:spLocks noGrp="1"/>
          </p:cNvSpPr>
          <p:nvPr>
            <p:ph type="body" sz="quarter" idx="15"/>
          </p:nvPr>
        </p:nvSpPr>
        <p:spPr>
          <a:xfrm>
            <a:off x="9023483" y="1278001"/>
            <a:ext cx="2843784" cy="466344"/>
          </a:xfrm>
        </p:spPr>
        <p:txBody>
          <a:bodyPr/>
          <a:lstStyle>
            <a:lvl1pPr marL="0" indent="0">
              <a:lnSpc>
                <a:spcPct val="100000"/>
              </a:lnSpc>
              <a:spcBef>
                <a:spcPts val="0"/>
              </a:spcBef>
              <a:buNone/>
              <a:defRPr sz="2400">
                <a:latin typeface="+mj-lt"/>
              </a:defRPr>
            </a:lvl1pPr>
          </a:lstStyle>
          <a:p>
            <a:pPr lvl="0"/>
            <a:r>
              <a:rPr lang="en-US"/>
              <a:t>Click to edit Master text styles</a:t>
            </a:r>
          </a:p>
        </p:txBody>
      </p:sp>
      <p:sp>
        <p:nvSpPr>
          <p:cNvPr id="33" name="Content Placeholder 2">
            <a:extLst>
              <a:ext uri="{FF2B5EF4-FFF2-40B4-BE49-F238E27FC236}">
                <a16:creationId xmlns:a16="http://schemas.microsoft.com/office/drawing/2014/main" id="{3D51AA82-3529-805D-5461-E1C5DC523EBF}"/>
              </a:ext>
            </a:extLst>
          </p:cNvPr>
          <p:cNvSpPr>
            <a:spLocks noGrp="1"/>
          </p:cNvSpPr>
          <p:nvPr>
            <p:ph idx="16"/>
          </p:nvPr>
        </p:nvSpPr>
        <p:spPr>
          <a:xfrm>
            <a:off x="9023483" y="4599432"/>
            <a:ext cx="2843784" cy="1645950"/>
          </a:xfrm>
        </p:spPr>
        <p:txBody>
          <a:bodyPr/>
          <a:lstStyle>
            <a:lvl1pPr marL="0" indent="0">
              <a:lnSpc>
                <a:spcPct val="100000"/>
              </a:lnSpc>
              <a:spcBef>
                <a:spcPts val="0"/>
              </a:spcBef>
              <a:buNone/>
              <a:defRPr sz="1800"/>
            </a:lvl1pPr>
          </a:lstStyle>
          <a:p>
            <a:pPr lvl="0"/>
            <a:r>
              <a:rPr lang="en-US"/>
              <a:t>Click to edit Master text styles</a:t>
            </a:r>
          </a:p>
        </p:txBody>
      </p:sp>
      <p:sp>
        <p:nvSpPr>
          <p:cNvPr id="34" name="Content Placeholder 2">
            <a:extLst>
              <a:ext uri="{FF2B5EF4-FFF2-40B4-BE49-F238E27FC236}">
                <a16:creationId xmlns:a16="http://schemas.microsoft.com/office/drawing/2014/main" id="{52A58E13-B509-86DD-D9FA-FE6B76B706CE}"/>
              </a:ext>
            </a:extLst>
          </p:cNvPr>
          <p:cNvSpPr>
            <a:spLocks noGrp="1"/>
          </p:cNvSpPr>
          <p:nvPr>
            <p:ph idx="17"/>
          </p:nvPr>
        </p:nvSpPr>
        <p:spPr>
          <a:xfrm>
            <a:off x="5634474" y="4599432"/>
            <a:ext cx="2843784" cy="1645950"/>
          </a:xfrm>
        </p:spPr>
        <p:txBody>
          <a:bodyPr/>
          <a:lstStyle>
            <a:lvl1pPr marL="0" indent="0">
              <a:lnSpc>
                <a:spcPct val="100000"/>
              </a:lnSpc>
              <a:spcBef>
                <a:spcPts val="0"/>
              </a:spcBef>
              <a:buNone/>
              <a:defRPr sz="1800"/>
            </a:lvl1pPr>
          </a:lstStyle>
          <a:p>
            <a:pPr lvl="0"/>
            <a:r>
              <a:rPr lang="en-US"/>
              <a:t>Click to edit Master text styles</a:t>
            </a:r>
          </a:p>
        </p:txBody>
      </p:sp>
      <p:sp>
        <p:nvSpPr>
          <p:cNvPr id="35" name="Text Placeholder 30">
            <a:extLst>
              <a:ext uri="{FF2B5EF4-FFF2-40B4-BE49-F238E27FC236}">
                <a16:creationId xmlns:a16="http://schemas.microsoft.com/office/drawing/2014/main" id="{D3275BA4-1A29-81A8-890F-A2019D6AD1A2}"/>
              </a:ext>
            </a:extLst>
          </p:cNvPr>
          <p:cNvSpPr>
            <a:spLocks noGrp="1"/>
          </p:cNvSpPr>
          <p:nvPr>
            <p:ph type="body" sz="quarter" idx="18"/>
          </p:nvPr>
        </p:nvSpPr>
        <p:spPr>
          <a:xfrm>
            <a:off x="5634474" y="4078224"/>
            <a:ext cx="2843784" cy="466344"/>
          </a:xfrm>
        </p:spPr>
        <p:txBody>
          <a:bodyPr/>
          <a:lstStyle>
            <a:lvl1pPr marL="0" indent="0">
              <a:lnSpc>
                <a:spcPct val="100000"/>
              </a:lnSpc>
              <a:spcBef>
                <a:spcPts val="0"/>
              </a:spcBef>
              <a:buNone/>
              <a:defRPr sz="2400">
                <a:latin typeface="+mj-lt"/>
              </a:defRPr>
            </a:lvl1pPr>
          </a:lstStyle>
          <a:p>
            <a:pPr lvl="0"/>
            <a:r>
              <a:rPr lang="en-US"/>
              <a:t>Click to edit Master text styles</a:t>
            </a:r>
          </a:p>
        </p:txBody>
      </p:sp>
      <p:sp>
        <p:nvSpPr>
          <p:cNvPr id="36" name="Text Placeholder 30">
            <a:extLst>
              <a:ext uri="{FF2B5EF4-FFF2-40B4-BE49-F238E27FC236}">
                <a16:creationId xmlns:a16="http://schemas.microsoft.com/office/drawing/2014/main" id="{97742C31-A952-F092-74D6-5D432DBE4955}"/>
              </a:ext>
            </a:extLst>
          </p:cNvPr>
          <p:cNvSpPr>
            <a:spLocks noGrp="1"/>
          </p:cNvSpPr>
          <p:nvPr>
            <p:ph type="body" sz="quarter" idx="19"/>
          </p:nvPr>
        </p:nvSpPr>
        <p:spPr>
          <a:xfrm>
            <a:off x="9023483" y="4078224"/>
            <a:ext cx="2843784" cy="466344"/>
          </a:xfrm>
        </p:spPr>
        <p:txBody>
          <a:bodyPr/>
          <a:lstStyle>
            <a:lvl1pPr marL="0" indent="0">
              <a:lnSpc>
                <a:spcPct val="100000"/>
              </a:lnSpc>
              <a:spcBef>
                <a:spcPts val="0"/>
              </a:spcBef>
              <a:buNone/>
              <a:defRPr sz="2400">
                <a:latin typeface="+mj-lt"/>
              </a:defRPr>
            </a:lvl1pPr>
          </a:lstStyle>
          <a:p>
            <a:pPr lvl="0"/>
            <a:r>
              <a:rPr lang="en-US"/>
              <a:t>Click to edit Master text styles</a:t>
            </a:r>
          </a:p>
        </p:txBody>
      </p:sp>
      <p:sp>
        <p:nvSpPr>
          <p:cNvPr id="41" name="Content Placeholder 2">
            <a:extLst>
              <a:ext uri="{FF2B5EF4-FFF2-40B4-BE49-F238E27FC236}">
                <a16:creationId xmlns:a16="http://schemas.microsoft.com/office/drawing/2014/main" id="{1AF03A42-3FAC-6EF4-3C19-01EADE20F3D9}"/>
              </a:ext>
            </a:extLst>
          </p:cNvPr>
          <p:cNvSpPr>
            <a:spLocks noGrp="1"/>
          </p:cNvSpPr>
          <p:nvPr>
            <p:ph idx="21"/>
          </p:nvPr>
        </p:nvSpPr>
        <p:spPr>
          <a:xfrm>
            <a:off x="1207008" y="5788152"/>
            <a:ext cx="3858768" cy="532461"/>
          </a:xfrm>
        </p:spPr>
        <p:txBody>
          <a:bodyPr/>
          <a:lstStyle>
            <a:lvl1pPr marL="0" indent="0">
              <a:lnSpc>
                <a:spcPct val="100000"/>
              </a:lnSpc>
              <a:spcBef>
                <a:spcPts val="0"/>
              </a:spcBef>
              <a:buNone/>
              <a:defRPr sz="1800"/>
            </a:lvl1pPr>
          </a:lstStyle>
          <a:p>
            <a:pPr lvl="0"/>
            <a:r>
              <a:rPr lang="en-US"/>
              <a:t>Click to edit Master text styles</a:t>
            </a:r>
          </a:p>
        </p:txBody>
      </p:sp>
      <p:sp>
        <p:nvSpPr>
          <p:cNvPr id="42" name="Text Placeholder 30">
            <a:extLst>
              <a:ext uri="{FF2B5EF4-FFF2-40B4-BE49-F238E27FC236}">
                <a16:creationId xmlns:a16="http://schemas.microsoft.com/office/drawing/2014/main" id="{D4A2DF13-0ACD-F5E4-200D-EF0469F75D0D}"/>
              </a:ext>
            </a:extLst>
          </p:cNvPr>
          <p:cNvSpPr>
            <a:spLocks noGrp="1"/>
          </p:cNvSpPr>
          <p:nvPr>
            <p:ph type="body" sz="quarter" idx="22"/>
          </p:nvPr>
        </p:nvSpPr>
        <p:spPr>
          <a:xfrm>
            <a:off x="1207008" y="5266944"/>
            <a:ext cx="3858768" cy="466344"/>
          </a:xfrm>
        </p:spPr>
        <p:txBody>
          <a:bodyPr/>
          <a:lstStyle>
            <a:lvl1pPr marL="0" indent="0">
              <a:lnSpc>
                <a:spcPct val="100000"/>
              </a:lnSpc>
              <a:spcBef>
                <a:spcPts val="0"/>
              </a:spcBef>
              <a:buNone/>
              <a:defRPr sz="2400">
                <a:latin typeface="+mj-lt"/>
              </a:defRPr>
            </a:lvl1pPr>
          </a:lstStyle>
          <a:p>
            <a:pPr lvl="0"/>
            <a:r>
              <a:rPr lang="en-US"/>
              <a:t>Click to edit Master text styles</a:t>
            </a:r>
          </a:p>
        </p:txBody>
      </p:sp>
      <p:sp>
        <p:nvSpPr>
          <p:cNvPr id="44" name="Text Placeholder 43">
            <a:extLst>
              <a:ext uri="{FF2B5EF4-FFF2-40B4-BE49-F238E27FC236}">
                <a16:creationId xmlns:a16="http://schemas.microsoft.com/office/drawing/2014/main" id="{7B805FCC-6D7A-F1CC-3B04-A84A068DBB1F}"/>
              </a:ext>
            </a:extLst>
          </p:cNvPr>
          <p:cNvSpPr>
            <a:spLocks noGrp="1"/>
          </p:cNvSpPr>
          <p:nvPr>
            <p:ph type="body" sz="quarter" idx="23" hasCustomPrompt="1"/>
          </p:nvPr>
        </p:nvSpPr>
        <p:spPr>
          <a:xfrm>
            <a:off x="11695176" y="3310128"/>
            <a:ext cx="292608" cy="292608"/>
          </a:xfrm>
          <a:prstGeom prst="ellipse">
            <a:avLst/>
          </a:prstGeom>
          <a:ln w="15875">
            <a:solidFill>
              <a:schemeClr val="tx1"/>
            </a:solidFill>
          </a:ln>
        </p:spPr>
        <p:txBody>
          <a:bodyPr lIns="0" tIns="0" rIns="0" bIns="0" anchor="ctr"/>
          <a:lstStyle>
            <a:lvl1pPr marL="0" indent="0" algn="ctr">
              <a:buNone/>
              <a:defRPr sz="1600">
                <a:latin typeface="+mj-lt"/>
              </a:defRPr>
            </a:lvl1pPr>
          </a:lstStyle>
          <a:p>
            <a:pPr lvl="0"/>
            <a:r>
              <a:rPr lang="en-US" dirty="0"/>
              <a:t>X</a:t>
            </a:r>
          </a:p>
        </p:txBody>
      </p:sp>
      <p:sp>
        <p:nvSpPr>
          <p:cNvPr id="45" name="Text Placeholder 43">
            <a:extLst>
              <a:ext uri="{FF2B5EF4-FFF2-40B4-BE49-F238E27FC236}">
                <a16:creationId xmlns:a16="http://schemas.microsoft.com/office/drawing/2014/main" id="{FEE3F2FF-41FC-A05B-F6EB-A97A7D1B0644}"/>
              </a:ext>
            </a:extLst>
          </p:cNvPr>
          <p:cNvSpPr>
            <a:spLocks noGrp="1"/>
          </p:cNvSpPr>
          <p:nvPr>
            <p:ph type="body" sz="quarter" idx="24" hasCustomPrompt="1"/>
          </p:nvPr>
        </p:nvSpPr>
        <p:spPr>
          <a:xfrm>
            <a:off x="11695176" y="5897880"/>
            <a:ext cx="292608" cy="292608"/>
          </a:xfrm>
          <a:prstGeom prst="ellipse">
            <a:avLst/>
          </a:prstGeom>
          <a:ln w="15875">
            <a:solidFill>
              <a:schemeClr val="tx1"/>
            </a:solidFill>
          </a:ln>
        </p:spPr>
        <p:txBody>
          <a:bodyPr lIns="0" tIns="0" rIns="0" bIns="0" anchor="ctr"/>
          <a:lstStyle>
            <a:lvl1pPr marL="0" indent="0" algn="ctr">
              <a:buNone/>
              <a:defRPr sz="1600">
                <a:latin typeface="+mj-lt"/>
              </a:defRPr>
            </a:lvl1pPr>
          </a:lstStyle>
          <a:p>
            <a:pPr lvl="0"/>
            <a:r>
              <a:rPr lang="en-US" dirty="0"/>
              <a:t>X</a:t>
            </a:r>
          </a:p>
        </p:txBody>
      </p:sp>
      <p:sp>
        <p:nvSpPr>
          <p:cNvPr id="46" name="Text Placeholder 43">
            <a:extLst>
              <a:ext uri="{FF2B5EF4-FFF2-40B4-BE49-F238E27FC236}">
                <a16:creationId xmlns:a16="http://schemas.microsoft.com/office/drawing/2014/main" id="{271E6249-39AB-A674-474B-129F0FC28F0A}"/>
              </a:ext>
            </a:extLst>
          </p:cNvPr>
          <p:cNvSpPr>
            <a:spLocks noGrp="1"/>
          </p:cNvSpPr>
          <p:nvPr>
            <p:ph type="body" sz="quarter" idx="25" hasCustomPrompt="1"/>
          </p:nvPr>
        </p:nvSpPr>
        <p:spPr>
          <a:xfrm>
            <a:off x="8293608" y="3310128"/>
            <a:ext cx="292608" cy="292608"/>
          </a:xfrm>
          <a:prstGeom prst="ellipse">
            <a:avLst/>
          </a:prstGeom>
          <a:ln w="15875">
            <a:solidFill>
              <a:schemeClr val="tx1"/>
            </a:solidFill>
          </a:ln>
        </p:spPr>
        <p:txBody>
          <a:bodyPr lIns="0" tIns="0" rIns="0" bIns="0" anchor="ctr"/>
          <a:lstStyle>
            <a:lvl1pPr marL="0" indent="0" algn="ctr">
              <a:buNone/>
              <a:defRPr sz="1600">
                <a:latin typeface="+mj-lt"/>
              </a:defRPr>
            </a:lvl1pPr>
          </a:lstStyle>
          <a:p>
            <a:pPr lvl="0"/>
            <a:r>
              <a:rPr lang="en-US" dirty="0"/>
              <a:t>X</a:t>
            </a:r>
          </a:p>
        </p:txBody>
      </p:sp>
      <p:sp>
        <p:nvSpPr>
          <p:cNvPr id="47" name="Text Placeholder 43">
            <a:extLst>
              <a:ext uri="{FF2B5EF4-FFF2-40B4-BE49-F238E27FC236}">
                <a16:creationId xmlns:a16="http://schemas.microsoft.com/office/drawing/2014/main" id="{1743218C-8B3C-DC33-5CD2-D82FA77A522E}"/>
              </a:ext>
            </a:extLst>
          </p:cNvPr>
          <p:cNvSpPr>
            <a:spLocks noGrp="1"/>
          </p:cNvSpPr>
          <p:nvPr>
            <p:ph type="body" sz="quarter" idx="26" hasCustomPrompt="1"/>
          </p:nvPr>
        </p:nvSpPr>
        <p:spPr>
          <a:xfrm>
            <a:off x="8293608" y="5897880"/>
            <a:ext cx="292608" cy="292608"/>
          </a:xfrm>
          <a:prstGeom prst="ellipse">
            <a:avLst/>
          </a:prstGeom>
          <a:ln w="15875">
            <a:solidFill>
              <a:schemeClr val="tx1"/>
            </a:solidFill>
          </a:ln>
        </p:spPr>
        <p:txBody>
          <a:bodyPr lIns="0" tIns="0" rIns="0" bIns="0" anchor="ctr"/>
          <a:lstStyle>
            <a:lvl1pPr marL="0" indent="0" algn="ctr">
              <a:buNone/>
              <a:defRPr sz="1600">
                <a:latin typeface="+mj-lt"/>
              </a:defRPr>
            </a:lvl1pPr>
          </a:lstStyle>
          <a:p>
            <a:pPr lvl="0"/>
            <a:r>
              <a:rPr lang="en-US" dirty="0"/>
              <a:t>X</a:t>
            </a:r>
          </a:p>
        </p:txBody>
      </p:sp>
      <p:sp>
        <p:nvSpPr>
          <p:cNvPr id="48" name="Text Placeholder 43">
            <a:extLst>
              <a:ext uri="{FF2B5EF4-FFF2-40B4-BE49-F238E27FC236}">
                <a16:creationId xmlns:a16="http://schemas.microsoft.com/office/drawing/2014/main" id="{6018CAD3-E7B7-16B7-5631-0C3F7C38C530}"/>
              </a:ext>
            </a:extLst>
          </p:cNvPr>
          <p:cNvSpPr>
            <a:spLocks noGrp="1"/>
          </p:cNvSpPr>
          <p:nvPr>
            <p:ph type="body" sz="quarter" idx="27" hasCustomPrompt="1"/>
          </p:nvPr>
        </p:nvSpPr>
        <p:spPr>
          <a:xfrm>
            <a:off x="548640" y="5330952"/>
            <a:ext cx="512064" cy="512064"/>
          </a:xfrm>
          <a:prstGeom prst="ellipse">
            <a:avLst/>
          </a:prstGeom>
          <a:ln w="15875">
            <a:solidFill>
              <a:schemeClr val="tx1"/>
            </a:solidFill>
          </a:ln>
        </p:spPr>
        <p:txBody>
          <a:bodyPr lIns="0" tIns="0" rIns="0" bIns="0" anchor="ctr"/>
          <a:lstStyle>
            <a:lvl1pPr marL="0" indent="0" algn="ctr">
              <a:buNone/>
              <a:defRPr sz="1600">
                <a:latin typeface="+mj-lt"/>
              </a:defRPr>
            </a:lvl1pPr>
          </a:lstStyle>
          <a:p>
            <a:pPr lvl="0"/>
            <a:r>
              <a:rPr lang="en-US" dirty="0"/>
              <a:t>X</a:t>
            </a:r>
          </a:p>
        </p:txBody>
      </p:sp>
    </p:spTree>
    <p:extLst>
      <p:ext uri="{BB962C8B-B14F-4D97-AF65-F5344CB8AC3E}">
        <p14:creationId xmlns:p14="http://schemas.microsoft.com/office/powerpoint/2010/main" val="6540595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meline">
    <p:bg>
      <p:bgPr>
        <a:solidFill>
          <a:schemeClr val="tx2"/>
        </a:solidFill>
        <a:effectLst/>
      </p:bgPr>
    </p:bg>
    <p:spTree>
      <p:nvGrpSpPr>
        <p:cNvPr id="1" name=""/>
        <p:cNvGrpSpPr/>
        <p:nvPr/>
      </p:nvGrpSpPr>
      <p:grpSpPr>
        <a:xfrm>
          <a:off x="0" y="0"/>
          <a:ext cx="0" cy="0"/>
          <a:chOff x="0" y="0"/>
          <a:chExt cx="0" cy="0"/>
        </a:xfrm>
      </p:grpSpPr>
      <p:cxnSp>
        <p:nvCxnSpPr>
          <p:cNvPr id="7" name="Straight Connector 6">
            <a:extLst>
              <a:ext uri="{FF2B5EF4-FFF2-40B4-BE49-F238E27FC236}">
                <a16:creationId xmlns:a16="http://schemas.microsoft.com/office/drawing/2014/main" id="{2FEDE488-304D-8F7B-7181-CB5794855926}"/>
              </a:ext>
            </a:extLst>
          </p:cNvPr>
          <p:cNvCxnSpPr>
            <a:cxnSpLocks/>
          </p:cNvCxnSpPr>
          <p:nvPr userDrawn="1"/>
        </p:nvCxnSpPr>
        <p:spPr>
          <a:xfrm>
            <a:off x="1565155" y="1983947"/>
            <a:ext cx="10626845" cy="0"/>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95A0BD26-4C3C-C934-E3C5-C4ABD369E612}"/>
              </a:ext>
            </a:extLst>
          </p:cNvPr>
          <p:cNvSpPr>
            <a:spLocks noGrp="1"/>
          </p:cNvSpPr>
          <p:nvPr>
            <p:ph type="title"/>
          </p:nvPr>
        </p:nvSpPr>
        <p:spPr>
          <a:xfrm>
            <a:off x="640080" y="73152"/>
            <a:ext cx="3227832" cy="969264"/>
          </a:xfrm>
        </p:spPr>
        <p:txBody>
          <a:bodyPr/>
          <a:lstStyle>
            <a:lvl1pPr>
              <a:defRPr>
                <a:solidFill>
                  <a:schemeClr val="accent1"/>
                </a:solidFill>
              </a:defRPr>
            </a:lvl1pPr>
          </a:lstStyle>
          <a:p>
            <a:r>
              <a:rPr lang="en-US"/>
              <a:t>Click to edit Master title style</a:t>
            </a:r>
            <a:endParaRPr lang="en-US" dirty="0"/>
          </a:p>
        </p:txBody>
      </p:sp>
      <p:sp>
        <p:nvSpPr>
          <p:cNvPr id="32" name="Picture Placeholder 31">
            <a:extLst>
              <a:ext uri="{FF2B5EF4-FFF2-40B4-BE49-F238E27FC236}">
                <a16:creationId xmlns:a16="http://schemas.microsoft.com/office/drawing/2014/main" id="{87F13219-232C-C38C-7D86-D48FAC7D8270}"/>
              </a:ext>
            </a:extLst>
          </p:cNvPr>
          <p:cNvSpPr>
            <a:spLocks noGrp="1"/>
          </p:cNvSpPr>
          <p:nvPr>
            <p:ph type="pic" sz="quarter" idx="22"/>
          </p:nvPr>
        </p:nvSpPr>
        <p:spPr>
          <a:xfrm>
            <a:off x="594360" y="1481328"/>
            <a:ext cx="969264" cy="969264"/>
          </a:xfrm>
          <a:solidFill>
            <a:schemeClr val="tx2">
              <a:lumMod val="60000"/>
              <a:lumOff val="40000"/>
            </a:schemeClr>
          </a:solidFill>
          <a:ln w="15875">
            <a:solidFill>
              <a:schemeClr val="accent1"/>
            </a:solidFill>
          </a:ln>
        </p:spPr>
        <p:txBody>
          <a:bodyPr anchor="ctr"/>
          <a:lstStyle>
            <a:lvl1pPr marL="0" indent="0" algn="ctr">
              <a:buNone/>
              <a:defRPr sz="1200"/>
            </a:lvl1pPr>
          </a:lstStyle>
          <a:p>
            <a:r>
              <a:rPr lang="en-US"/>
              <a:t>Click icon to add picture</a:t>
            </a:r>
            <a:endParaRPr lang="en-US" dirty="0"/>
          </a:p>
        </p:txBody>
      </p:sp>
      <p:sp>
        <p:nvSpPr>
          <p:cNvPr id="19" name="Text Placeholder 2">
            <a:extLst>
              <a:ext uri="{FF2B5EF4-FFF2-40B4-BE49-F238E27FC236}">
                <a16:creationId xmlns:a16="http://schemas.microsoft.com/office/drawing/2014/main" id="{CB1722C2-4C66-F8BA-B3DD-6199116EFB25}"/>
              </a:ext>
            </a:extLst>
          </p:cNvPr>
          <p:cNvSpPr>
            <a:spLocks noGrp="1"/>
          </p:cNvSpPr>
          <p:nvPr>
            <p:ph type="body" idx="1"/>
          </p:nvPr>
        </p:nvSpPr>
        <p:spPr>
          <a:xfrm>
            <a:off x="512064" y="2743200"/>
            <a:ext cx="1389888" cy="466344"/>
          </a:xfrm>
        </p:spPr>
        <p:txBody>
          <a:bodyPr anchor="ctr"/>
          <a:lstStyle>
            <a:lvl1pPr marL="0" indent="0">
              <a:lnSpc>
                <a:spcPct val="100000"/>
              </a:lnSpc>
              <a:spcBef>
                <a:spcPts val="0"/>
              </a:spcBef>
              <a:buNone/>
              <a:defRPr sz="2400" b="0">
                <a:solidFill>
                  <a:schemeClr val="accent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4" name="Text Placeholder 2">
            <a:extLst>
              <a:ext uri="{FF2B5EF4-FFF2-40B4-BE49-F238E27FC236}">
                <a16:creationId xmlns:a16="http://schemas.microsoft.com/office/drawing/2014/main" id="{68F906E4-47B1-BEE5-E30F-146C6869BF2D}"/>
              </a:ext>
            </a:extLst>
          </p:cNvPr>
          <p:cNvSpPr>
            <a:spLocks noGrp="1"/>
          </p:cNvSpPr>
          <p:nvPr>
            <p:ph type="body" idx="17"/>
          </p:nvPr>
        </p:nvSpPr>
        <p:spPr>
          <a:xfrm>
            <a:off x="512064" y="3218688"/>
            <a:ext cx="1801368" cy="1481328"/>
          </a:xfrm>
        </p:spPr>
        <p:txBody>
          <a:bodyPr anchor="t"/>
          <a:lstStyle>
            <a:lvl1pPr marL="0" indent="0">
              <a:lnSpc>
                <a:spcPct val="100000"/>
              </a:lnSpc>
              <a:spcBef>
                <a:spcPts val="0"/>
              </a:spcBef>
              <a:buNone/>
              <a:defRPr sz="1800" b="0">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3" name="Picture Placeholder 31">
            <a:extLst>
              <a:ext uri="{FF2B5EF4-FFF2-40B4-BE49-F238E27FC236}">
                <a16:creationId xmlns:a16="http://schemas.microsoft.com/office/drawing/2014/main" id="{F8C639A8-0897-2015-9829-94E98335DF21}"/>
              </a:ext>
            </a:extLst>
          </p:cNvPr>
          <p:cNvSpPr>
            <a:spLocks noGrp="1"/>
          </p:cNvSpPr>
          <p:nvPr>
            <p:ph type="pic" sz="quarter" idx="23"/>
          </p:nvPr>
        </p:nvSpPr>
        <p:spPr>
          <a:xfrm>
            <a:off x="3017520" y="1481328"/>
            <a:ext cx="969264" cy="969264"/>
          </a:xfrm>
          <a:solidFill>
            <a:schemeClr val="tx2">
              <a:lumMod val="60000"/>
              <a:lumOff val="40000"/>
            </a:schemeClr>
          </a:solidFill>
          <a:ln w="15875">
            <a:solidFill>
              <a:schemeClr val="accent1"/>
            </a:solidFill>
          </a:ln>
        </p:spPr>
        <p:txBody>
          <a:bodyPr anchor="ctr"/>
          <a:lstStyle>
            <a:lvl1pPr marL="0" indent="0" algn="ctr">
              <a:buNone/>
              <a:defRPr sz="1200"/>
            </a:lvl1pPr>
          </a:lstStyle>
          <a:p>
            <a:r>
              <a:rPr lang="en-US"/>
              <a:t>Click icon to add picture</a:t>
            </a:r>
            <a:endParaRPr lang="en-US" dirty="0"/>
          </a:p>
        </p:txBody>
      </p:sp>
      <p:sp>
        <p:nvSpPr>
          <p:cNvPr id="21" name="Text Placeholder 2">
            <a:extLst>
              <a:ext uri="{FF2B5EF4-FFF2-40B4-BE49-F238E27FC236}">
                <a16:creationId xmlns:a16="http://schemas.microsoft.com/office/drawing/2014/main" id="{EEF857FA-9C5E-BED3-1ABB-A734EE39340B}"/>
              </a:ext>
            </a:extLst>
          </p:cNvPr>
          <p:cNvSpPr>
            <a:spLocks noGrp="1"/>
          </p:cNvSpPr>
          <p:nvPr>
            <p:ph type="body" idx="14"/>
          </p:nvPr>
        </p:nvSpPr>
        <p:spPr>
          <a:xfrm>
            <a:off x="2916936" y="2743200"/>
            <a:ext cx="1389888" cy="466344"/>
          </a:xfrm>
        </p:spPr>
        <p:txBody>
          <a:bodyPr anchor="ctr"/>
          <a:lstStyle>
            <a:lvl1pPr marL="0" indent="0">
              <a:lnSpc>
                <a:spcPct val="100000"/>
              </a:lnSpc>
              <a:spcBef>
                <a:spcPts val="0"/>
              </a:spcBef>
              <a:buNone/>
              <a:defRPr sz="2400" b="0">
                <a:solidFill>
                  <a:schemeClr val="accent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Text Placeholder 2">
            <a:extLst>
              <a:ext uri="{FF2B5EF4-FFF2-40B4-BE49-F238E27FC236}">
                <a16:creationId xmlns:a16="http://schemas.microsoft.com/office/drawing/2014/main" id="{5C6EFDC5-2080-3126-AB93-FB89817B2C28}"/>
              </a:ext>
            </a:extLst>
          </p:cNvPr>
          <p:cNvSpPr>
            <a:spLocks noGrp="1"/>
          </p:cNvSpPr>
          <p:nvPr>
            <p:ph type="body" idx="19"/>
          </p:nvPr>
        </p:nvSpPr>
        <p:spPr>
          <a:xfrm>
            <a:off x="2916936" y="3218688"/>
            <a:ext cx="1801368" cy="1481328"/>
          </a:xfrm>
        </p:spPr>
        <p:txBody>
          <a:bodyPr anchor="t"/>
          <a:lstStyle>
            <a:lvl1pPr marL="0" indent="0">
              <a:lnSpc>
                <a:spcPct val="100000"/>
              </a:lnSpc>
              <a:spcBef>
                <a:spcPts val="0"/>
              </a:spcBef>
              <a:buNone/>
              <a:defRPr sz="1800" b="0">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4" name="Picture Placeholder 31">
            <a:extLst>
              <a:ext uri="{FF2B5EF4-FFF2-40B4-BE49-F238E27FC236}">
                <a16:creationId xmlns:a16="http://schemas.microsoft.com/office/drawing/2014/main" id="{6CBA6ABC-D5D1-9758-59EA-8DE549CC612D}"/>
              </a:ext>
            </a:extLst>
          </p:cNvPr>
          <p:cNvSpPr>
            <a:spLocks noGrp="1"/>
          </p:cNvSpPr>
          <p:nvPr>
            <p:ph type="pic" sz="quarter" idx="24"/>
          </p:nvPr>
        </p:nvSpPr>
        <p:spPr>
          <a:xfrm>
            <a:off x="5440680" y="1481328"/>
            <a:ext cx="969264" cy="969264"/>
          </a:xfrm>
          <a:solidFill>
            <a:schemeClr val="tx2">
              <a:lumMod val="60000"/>
              <a:lumOff val="40000"/>
            </a:schemeClr>
          </a:solidFill>
          <a:ln w="15875">
            <a:solidFill>
              <a:schemeClr val="accent1"/>
            </a:solidFill>
          </a:ln>
        </p:spPr>
        <p:txBody>
          <a:bodyPr anchor="ctr"/>
          <a:lstStyle>
            <a:lvl1pPr marL="0" indent="0" algn="ctr">
              <a:buNone/>
              <a:defRPr sz="1200"/>
            </a:lvl1pPr>
          </a:lstStyle>
          <a:p>
            <a:r>
              <a:rPr lang="en-US"/>
              <a:t>Click icon to add picture</a:t>
            </a:r>
            <a:endParaRPr lang="en-US" dirty="0"/>
          </a:p>
        </p:txBody>
      </p:sp>
      <p:sp>
        <p:nvSpPr>
          <p:cNvPr id="22" name="Text Placeholder 2">
            <a:extLst>
              <a:ext uri="{FF2B5EF4-FFF2-40B4-BE49-F238E27FC236}">
                <a16:creationId xmlns:a16="http://schemas.microsoft.com/office/drawing/2014/main" id="{F990F14B-1D1F-AA8D-BB23-FA8F7EEF666B}"/>
              </a:ext>
            </a:extLst>
          </p:cNvPr>
          <p:cNvSpPr>
            <a:spLocks noGrp="1"/>
          </p:cNvSpPr>
          <p:nvPr>
            <p:ph type="body" idx="15"/>
          </p:nvPr>
        </p:nvSpPr>
        <p:spPr>
          <a:xfrm>
            <a:off x="5358384" y="2743200"/>
            <a:ext cx="1389888" cy="466344"/>
          </a:xfrm>
        </p:spPr>
        <p:txBody>
          <a:bodyPr anchor="ctr"/>
          <a:lstStyle>
            <a:lvl1pPr marL="0" indent="0">
              <a:lnSpc>
                <a:spcPct val="100000"/>
              </a:lnSpc>
              <a:spcBef>
                <a:spcPts val="0"/>
              </a:spcBef>
              <a:buNone/>
              <a:defRPr sz="2400" b="0">
                <a:solidFill>
                  <a:schemeClr val="accent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7" name="Text Placeholder 2">
            <a:extLst>
              <a:ext uri="{FF2B5EF4-FFF2-40B4-BE49-F238E27FC236}">
                <a16:creationId xmlns:a16="http://schemas.microsoft.com/office/drawing/2014/main" id="{D6CD9CDA-E122-F6EB-30B5-26D7E17771AB}"/>
              </a:ext>
            </a:extLst>
          </p:cNvPr>
          <p:cNvSpPr>
            <a:spLocks noGrp="1"/>
          </p:cNvSpPr>
          <p:nvPr>
            <p:ph type="body" idx="20"/>
          </p:nvPr>
        </p:nvSpPr>
        <p:spPr>
          <a:xfrm>
            <a:off x="5358384" y="3218688"/>
            <a:ext cx="1801368" cy="1481328"/>
          </a:xfrm>
        </p:spPr>
        <p:txBody>
          <a:bodyPr anchor="t"/>
          <a:lstStyle>
            <a:lvl1pPr marL="0" indent="0">
              <a:lnSpc>
                <a:spcPct val="100000"/>
              </a:lnSpc>
              <a:spcBef>
                <a:spcPts val="0"/>
              </a:spcBef>
              <a:buNone/>
              <a:defRPr sz="1800" b="0">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5" name="Picture Placeholder 31">
            <a:extLst>
              <a:ext uri="{FF2B5EF4-FFF2-40B4-BE49-F238E27FC236}">
                <a16:creationId xmlns:a16="http://schemas.microsoft.com/office/drawing/2014/main" id="{8AC38C98-F011-6729-EA3D-B9F72D88DBB5}"/>
              </a:ext>
            </a:extLst>
          </p:cNvPr>
          <p:cNvSpPr>
            <a:spLocks noGrp="1"/>
          </p:cNvSpPr>
          <p:nvPr>
            <p:ph type="pic" sz="quarter" idx="25"/>
          </p:nvPr>
        </p:nvSpPr>
        <p:spPr>
          <a:xfrm>
            <a:off x="7744968" y="1481328"/>
            <a:ext cx="969264" cy="969264"/>
          </a:xfrm>
          <a:solidFill>
            <a:schemeClr val="tx2">
              <a:lumMod val="60000"/>
              <a:lumOff val="40000"/>
            </a:schemeClr>
          </a:solidFill>
          <a:ln w="15875">
            <a:solidFill>
              <a:schemeClr val="accent1"/>
            </a:solidFill>
          </a:ln>
        </p:spPr>
        <p:txBody>
          <a:bodyPr anchor="ctr"/>
          <a:lstStyle>
            <a:lvl1pPr marL="0" indent="0" algn="ctr">
              <a:buNone/>
              <a:defRPr sz="1200"/>
            </a:lvl1pPr>
          </a:lstStyle>
          <a:p>
            <a:r>
              <a:rPr lang="en-US"/>
              <a:t>Click icon to add picture</a:t>
            </a:r>
            <a:endParaRPr lang="en-US" dirty="0"/>
          </a:p>
        </p:txBody>
      </p:sp>
      <p:sp>
        <p:nvSpPr>
          <p:cNvPr id="23" name="Text Placeholder 2">
            <a:extLst>
              <a:ext uri="{FF2B5EF4-FFF2-40B4-BE49-F238E27FC236}">
                <a16:creationId xmlns:a16="http://schemas.microsoft.com/office/drawing/2014/main" id="{01D32DAF-E8E7-6294-0961-BC9CCFB6F413}"/>
              </a:ext>
            </a:extLst>
          </p:cNvPr>
          <p:cNvSpPr>
            <a:spLocks noGrp="1"/>
          </p:cNvSpPr>
          <p:nvPr>
            <p:ph type="body" idx="16"/>
          </p:nvPr>
        </p:nvSpPr>
        <p:spPr>
          <a:xfrm>
            <a:off x="7644384" y="2743200"/>
            <a:ext cx="1389888" cy="466344"/>
          </a:xfrm>
        </p:spPr>
        <p:txBody>
          <a:bodyPr anchor="ctr"/>
          <a:lstStyle>
            <a:lvl1pPr marL="0" indent="0">
              <a:lnSpc>
                <a:spcPct val="100000"/>
              </a:lnSpc>
              <a:spcBef>
                <a:spcPts val="0"/>
              </a:spcBef>
              <a:buNone/>
              <a:defRPr sz="2400" b="0">
                <a:solidFill>
                  <a:schemeClr val="accent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8" name="Text Placeholder 2">
            <a:extLst>
              <a:ext uri="{FF2B5EF4-FFF2-40B4-BE49-F238E27FC236}">
                <a16:creationId xmlns:a16="http://schemas.microsoft.com/office/drawing/2014/main" id="{C9875650-BD0D-32C5-3819-F8C14365B414}"/>
              </a:ext>
            </a:extLst>
          </p:cNvPr>
          <p:cNvSpPr>
            <a:spLocks noGrp="1"/>
          </p:cNvSpPr>
          <p:nvPr>
            <p:ph type="body" idx="21"/>
          </p:nvPr>
        </p:nvSpPr>
        <p:spPr>
          <a:xfrm>
            <a:off x="7644384" y="3218688"/>
            <a:ext cx="1801368" cy="1481328"/>
          </a:xfrm>
        </p:spPr>
        <p:txBody>
          <a:bodyPr anchor="t"/>
          <a:lstStyle>
            <a:lvl1pPr marL="0" indent="0">
              <a:lnSpc>
                <a:spcPct val="100000"/>
              </a:lnSpc>
              <a:spcBef>
                <a:spcPts val="0"/>
              </a:spcBef>
              <a:buNone/>
              <a:defRPr sz="1800" b="0">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6" name="Picture Placeholder 31">
            <a:extLst>
              <a:ext uri="{FF2B5EF4-FFF2-40B4-BE49-F238E27FC236}">
                <a16:creationId xmlns:a16="http://schemas.microsoft.com/office/drawing/2014/main" id="{40E68EB8-B0D8-E5D4-CE19-45219E4D7038}"/>
              </a:ext>
            </a:extLst>
          </p:cNvPr>
          <p:cNvSpPr>
            <a:spLocks noGrp="1"/>
          </p:cNvSpPr>
          <p:nvPr>
            <p:ph type="pic" sz="quarter" idx="26"/>
          </p:nvPr>
        </p:nvSpPr>
        <p:spPr>
          <a:xfrm>
            <a:off x="10204704" y="1481328"/>
            <a:ext cx="969264" cy="969264"/>
          </a:xfrm>
          <a:solidFill>
            <a:schemeClr val="tx2">
              <a:lumMod val="60000"/>
              <a:lumOff val="40000"/>
            </a:schemeClr>
          </a:solidFill>
          <a:ln w="15875">
            <a:solidFill>
              <a:schemeClr val="accent1"/>
            </a:solidFill>
          </a:ln>
        </p:spPr>
        <p:txBody>
          <a:bodyPr anchor="ctr"/>
          <a:lstStyle>
            <a:lvl1pPr marL="0" indent="0" algn="ctr">
              <a:buNone/>
              <a:defRPr sz="1200"/>
            </a:lvl1pPr>
          </a:lstStyle>
          <a:p>
            <a:r>
              <a:rPr lang="en-US"/>
              <a:t>Click icon to add picture</a:t>
            </a:r>
            <a:endParaRPr lang="en-US" dirty="0"/>
          </a:p>
        </p:txBody>
      </p:sp>
      <p:sp>
        <p:nvSpPr>
          <p:cNvPr id="20" name="Text Placeholder 4">
            <a:extLst>
              <a:ext uri="{FF2B5EF4-FFF2-40B4-BE49-F238E27FC236}">
                <a16:creationId xmlns:a16="http://schemas.microsoft.com/office/drawing/2014/main" id="{7D1D0610-E513-F5EA-0393-622F692CA0F2}"/>
              </a:ext>
            </a:extLst>
          </p:cNvPr>
          <p:cNvSpPr>
            <a:spLocks noGrp="1"/>
          </p:cNvSpPr>
          <p:nvPr>
            <p:ph type="body" sz="quarter" idx="3"/>
          </p:nvPr>
        </p:nvSpPr>
        <p:spPr>
          <a:xfrm>
            <a:off x="10113264" y="2743200"/>
            <a:ext cx="1389888" cy="466344"/>
          </a:xfrm>
        </p:spPr>
        <p:txBody>
          <a:bodyPr anchor="ctr"/>
          <a:lstStyle>
            <a:lvl1pPr marL="0" indent="0">
              <a:lnSpc>
                <a:spcPct val="100000"/>
              </a:lnSpc>
              <a:spcBef>
                <a:spcPts val="0"/>
              </a:spcBef>
              <a:buNone/>
              <a:defRPr sz="2400" b="0">
                <a:solidFill>
                  <a:schemeClr val="accent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5" name="Text Placeholder 4">
            <a:extLst>
              <a:ext uri="{FF2B5EF4-FFF2-40B4-BE49-F238E27FC236}">
                <a16:creationId xmlns:a16="http://schemas.microsoft.com/office/drawing/2014/main" id="{3BF37293-4E33-5570-29ED-04EB525DD199}"/>
              </a:ext>
            </a:extLst>
          </p:cNvPr>
          <p:cNvSpPr>
            <a:spLocks noGrp="1"/>
          </p:cNvSpPr>
          <p:nvPr>
            <p:ph type="body" sz="quarter" idx="18"/>
          </p:nvPr>
        </p:nvSpPr>
        <p:spPr>
          <a:xfrm>
            <a:off x="10113264" y="3218688"/>
            <a:ext cx="1801368" cy="1481328"/>
          </a:xfrm>
        </p:spPr>
        <p:txBody>
          <a:bodyPr anchor="t"/>
          <a:lstStyle>
            <a:lvl1pPr marL="0" indent="0">
              <a:lnSpc>
                <a:spcPct val="100000"/>
              </a:lnSpc>
              <a:spcBef>
                <a:spcPts val="0"/>
              </a:spcBef>
              <a:buNone/>
              <a:defRPr sz="1800" b="0">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Slide Number Placeholder 5">
            <a:extLst>
              <a:ext uri="{FF2B5EF4-FFF2-40B4-BE49-F238E27FC236}">
                <a16:creationId xmlns:a16="http://schemas.microsoft.com/office/drawing/2014/main" id="{2101ABA6-5EA3-1AE9-0825-523073F786ED}"/>
              </a:ext>
            </a:extLst>
          </p:cNvPr>
          <p:cNvSpPr>
            <a:spLocks noGrp="1"/>
          </p:cNvSpPr>
          <p:nvPr>
            <p:ph type="sldNum" sz="quarter" idx="12"/>
          </p:nvPr>
        </p:nvSpPr>
        <p:spPr>
          <a:xfrm>
            <a:off x="616640" y="6517634"/>
            <a:ext cx="950258" cy="274320"/>
          </a:xfrm>
          <a:prstGeom prst="rect">
            <a:avLst/>
          </a:prstGeom>
        </p:spPr>
        <p:txBody>
          <a:bodyPr/>
          <a:lstStyle>
            <a:lvl1pPr>
              <a:defRPr>
                <a:solidFill>
                  <a:schemeClr val="accent1"/>
                </a:solidFill>
              </a:defRPr>
            </a:lvl1pPr>
          </a:lstStyle>
          <a:p>
            <a:fld id="{84D792B7-0397-C047-AE12-1A03F7E3DC83}" type="slidenum">
              <a:rPr lang="en-US" smtClean="0"/>
              <a:pPr/>
              <a:t>‹#›</a:t>
            </a:fld>
            <a:endParaRPr lang="en-US" dirty="0"/>
          </a:p>
        </p:txBody>
      </p:sp>
      <p:sp>
        <p:nvSpPr>
          <p:cNvPr id="5" name="Footer Placeholder 4">
            <a:extLst>
              <a:ext uri="{FF2B5EF4-FFF2-40B4-BE49-F238E27FC236}">
                <a16:creationId xmlns:a16="http://schemas.microsoft.com/office/drawing/2014/main" id="{726C5317-E14C-8E61-2C1E-0430778E8A0C}"/>
              </a:ext>
            </a:extLst>
          </p:cNvPr>
          <p:cNvSpPr>
            <a:spLocks noGrp="1"/>
          </p:cNvSpPr>
          <p:nvPr>
            <p:ph type="ftr" sz="quarter" idx="11"/>
          </p:nvPr>
        </p:nvSpPr>
        <p:spPr>
          <a:xfrm>
            <a:off x="4808250" y="6517634"/>
            <a:ext cx="2572870" cy="274320"/>
          </a:xfrm>
          <a:prstGeom prst="rect">
            <a:avLst/>
          </a:prstGeom>
        </p:spPr>
        <p:txBody>
          <a:bodyPr/>
          <a:lstStyle>
            <a:lvl1pPr>
              <a:defRPr>
                <a:solidFill>
                  <a:schemeClr val="accent1"/>
                </a:solidFill>
              </a:defRPr>
            </a:lvl1pPr>
          </a:lstStyle>
          <a:p>
            <a:r>
              <a:rPr lang="en-US"/>
              <a:t>presentation title</a:t>
            </a:r>
            <a:endParaRPr lang="en-US" dirty="0"/>
          </a:p>
        </p:txBody>
      </p:sp>
      <p:sp>
        <p:nvSpPr>
          <p:cNvPr id="4" name="Date Placeholder 3">
            <a:extLst>
              <a:ext uri="{FF2B5EF4-FFF2-40B4-BE49-F238E27FC236}">
                <a16:creationId xmlns:a16="http://schemas.microsoft.com/office/drawing/2014/main" id="{5A514D0E-ED92-E1A4-0E78-546375A0A63E}"/>
              </a:ext>
            </a:extLst>
          </p:cNvPr>
          <p:cNvSpPr>
            <a:spLocks noGrp="1"/>
          </p:cNvSpPr>
          <p:nvPr>
            <p:ph type="dt" sz="half" idx="10"/>
          </p:nvPr>
        </p:nvSpPr>
        <p:spPr/>
        <p:txBody>
          <a:bodyPr/>
          <a:lstStyle>
            <a:lvl1pPr>
              <a:defRPr>
                <a:solidFill>
                  <a:schemeClr val="accent1"/>
                </a:solidFill>
              </a:defRPr>
            </a:lvl1pPr>
          </a:lstStyle>
          <a:p>
            <a:r>
              <a:rPr lang="en-US"/>
              <a:t>20XX</a:t>
            </a:r>
            <a:endParaRPr lang="en-US" dirty="0"/>
          </a:p>
        </p:txBody>
      </p:sp>
      <p:cxnSp>
        <p:nvCxnSpPr>
          <p:cNvPr id="8" name="Straight Connector 7">
            <a:extLst>
              <a:ext uri="{FF2B5EF4-FFF2-40B4-BE49-F238E27FC236}">
                <a16:creationId xmlns:a16="http://schemas.microsoft.com/office/drawing/2014/main" id="{DEEA677E-8DEA-5E75-BA4B-23D1BA7F8E99}"/>
              </a:ext>
            </a:extLst>
          </p:cNvPr>
          <p:cNvCxnSpPr>
            <a:cxnSpLocks/>
          </p:cNvCxnSpPr>
          <p:nvPr userDrawn="1"/>
        </p:nvCxnSpPr>
        <p:spPr>
          <a:xfrm>
            <a:off x="3866404" y="522548"/>
            <a:ext cx="8325596" cy="0"/>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3B3319DB-4A46-5428-C6CC-D0751895D66F}"/>
              </a:ext>
            </a:extLst>
          </p:cNvPr>
          <p:cNvCxnSpPr>
            <a:cxnSpLocks/>
          </p:cNvCxnSpPr>
          <p:nvPr userDrawn="1"/>
        </p:nvCxnSpPr>
        <p:spPr>
          <a:xfrm>
            <a:off x="0" y="5757057"/>
            <a:ext cx="8504858" cy="0"/>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62B810B-B523-F767-647B-12432989B2E9}"/>
              </a:ext>
            </a:extLst>
          </p:cNvPr>
          <p:cNvCxnSpPr>
            <a:cxnSpLocks/>
          </p:cNvCxnSpPr>
          <p:nvPr userDrawn="1"/>
        </p:nvCxnSpPr>
        <p:spPr>
          <a:xfrm>
            <a:off x="0" y="6439485"/>
            <a:ext cx="12192000" cy="0"/>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sp>
        <p:nvSpPr>
          <p:cNvPr id="18" name="Text Placeholder 16">
            <a:extLst>
              <a:ext uri="{FF2B5EF4-FFF2-40B4-BE49-F238E27FC236}">
                <a16:creationId xmlns:a16="http://schemas.microsoft.com/office/drawing/2014/main" id="{2A089CB3-1FD6-52E9-890B-0C5EC799D8A1}"/>
              </a:ext>
            </a:extLst>
          </p:cNvPr>
          <p:cNvSpPr>
            <a:spLocks noGrp="1"/>
          </p:cNvSpPr>
          <p:nvPr>
            <p:ph type="body" sz="quarter" idx="13"/>
          </p:nvPr>
        </p:nvSpPr>
        <p:spPr>
          <a:xfrm>
            <a:off x="8836655" y="5143104"/>
            <a:ext cx="3355345" cy="1252728"/>
          </a:xfrm>
        </p:spPr>
        <p:txBody>
          <a:bodyPr anchor="ctr"/>
          <a:lstStyle>
            <a:lvl1pPr marL="0" indent="0">
              <a:buNone/>
              <a:defRPr sz="4000">
                <a:solidFill>
                  <a:schemeClr val="accent1"/>
                </a:solidFill>
                <a:latin typeface="+mj-lt"/>
              </a:defRPr>
            </a:lvl1pPr>
          </a:lstStyle>
          <a:p>
            <a:pPr lvl="0"/>
            <a:r>
              <a:rPr lang="en-US"/>
              <a:t>Click to edit Master text styles</a:t>
            </a:r>
          </a:p>
        </p:txBody>
      </p:sp>
    </p:spTree>
    <p:extLst>
      <p:ext uri="{BB962C8B-B14F-4D97-AF65-F5344CB8AC3E}">
        <p14:creationId xmlns:p14="http://schemas.microsoft.com/office/powerpoint/2010/main" val="19612782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mparison">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50672C-3B98-424B-3047-A14FF403A81D}"/>
              </a:ext>
            </a:extLst>
          </p:cNvPr>
          <p:cNvSpPr>
            <a:spLocks noGrp="1"/>
          </p:cNvSpPr>
          <p:nvPr>
            <p:ph type="title"/>
          </p:nvPr>
        </p:nvSpPr>
        <p:spPr>
          <a:xfrm>
            <a:off x="466344" y="36576"/>
            <a:ext cx="5294376" cy="969264"/>
          </a:xfrm>
        </p:spPr>
        <p:txBody>
          <a:bodyPr/>
          <a:lstStyle>
            <a:lvl1pPr>
              <a:lnSpc>
                <a:spcPct val="100000"/>
              </a:lnSpc>
              <a:defRPr>
                <a:solidFill>
                  <a:schemeClr val="accent1"/>
                </a:solidFill>
              </a:defRPr>
            </a:lvl1pPr>
          </a:lstStyle>
          <a:p>
            <a:r>
              <a:rPr lang="en-US"/>
              <a:t>Click to edit Master title style</a:t>
            </a:r>
            <a:endParaRPr lang="en-US" dirty="0"/>
          </a:p>
        </p:txBody>
      </p:sp>
      <p:sp>
        <p:nvSpPr>
          <p:cNvPr id="22" name="Picture Placeholder 20">
            <a:extLst>
              <a:ext uri="{FF2B5EF4-FFF2-40B4-BE49-F238E27FC236}">
                <a16:creationId xmlns:a16="http://schemas.microsoft.com/office/drawing/2014/main" id="{656258F0-1496-C756-9648-B7772E2B1113}"/>
              </a:ext>
            </a:extLst>
          </p:cNvPr>
          <p:cNvSpPr>
            <a:spLocks noGrp="1"/>
          </p:cNvSpPr>
          <p:nvPr>
            <p:ph type="pic" sz="quarter" idx="13"/>
          </p:nvPr>
        </p:nvSpPr>
        <p:spPr>
          <a:xfrm>
            <a:off x="444501" y="1592221"/>
            <a:ext cx="5207000" cy="4292599"/>
          </a:xfrm>
          <a:ln w="15875">
            <a:solidFill>
              <a:schemeClr val="accent1"/>
            </a:solidFill>
          </a:ln>
        </p:spPr>
        <p:txBody>
          <a:bodyPr anchor="ctr"/>
          <a:lstStyle>
            <a:lvl1pPr marL="0" indent="0" algn="ctr">
              <a:buFontTx/>
              <a:buNone/>
              <a:defRPr>
                <a:solidFill>
                  <a:schemeClr val="accent1"/>
                </a:solidFill>
              </a:defRPr>
            </a:lvl1pPr>
          </a:lstStyle>
          <a:p>
            <a:r>
              <a:rPr lang="en-US"/>
              <a:t>Click icon to add picture</a:t>
            </a:r>
            <a:endParaRPr lang="en-US" dirty="0"/>
          </a:p>
        </p:txBody>
      </p:sp>
      <p:sp>
        <p:nvSpPr>
          <p:cNvPr id="3" name="Text Placeholder 2">
            <a:extLst>
              <a:ext uri="{FF2B5EF4-FFF2-40B4-BE49-F238E27FC236}">
                <a16:creationId xmlns:a16="http://schemas.microsoft.com/office/drawing/2014/main" id="{39399D7D-8B9F-47AD-ACF1-0FAA45069006}"/>
              </a:ext>
            </a:extLst>
          </p:cNvPr>
          <p:cNvSpPr>
            <a:spLocks noGrp="1"/>
          </p:cNvSpPr>
          <p:nvPr>
            <p:ph type="body" idx="1"/>
          </p:nvPr>
        </p:nvSpPr>
        <p:spPr>
          <a:xfrm>
            <a:off x="6565392" y="740664"/>
            <a:ext cx="5157787" cy="466344"/>
          </a:xfrm>
        </p:spPr>
        <p:txBody>
          <a:bodyPr anchor="ctr"/>
          <a:lstStyle>
            <a:lvl1pPr marL="0" indent="0">
              <a:buNone/>
              <a:defRPr sz="2400" b="0">
                <a:solidFill>
                  <a:schemeClr val="accent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D2E9DC0-11F7-BF92-00BF-7C7E94670C1C}"/>
              </a:ext>
            </a:extLst>
          </p:cNvPr>
          <p:cNvSpPr>
            <a:spLocks noGrp="1"/>
          </p:cNvSpPr>
          <p:nvPr>
            <p:ph sz="half" idx="2"/>
          </p:nvPr>
        </p:nvSpPr>
        <p:spPr>
          <a:xfrm>
            <a:off x="6565392" y="1417320"/>
            <a:ext cx="5157787" cy="2029968"/>
          </a:xfrm>
        </p:spPr>
        <p:txBody>
          <a:bodyPr/>
          <a:lstStyle>
            <a:lvl1pPr>
              <a:lnSpc>
                <a:spcPct val="100000"/>
              </a:lnSpc>
              <a:spcBef>
                <a:spcPts val="1800"/>
              </a:spcBef>
              <a:defRPr sz="1800">
                <a:solidFill>
                  <a:schemeClr val="accent1"/>
                </a:solidFill>
              </a:defRPr>
            </a:lvl1pPr>
            <a:lvl2pPr>
              <a:lnSpc>
                <a:spcPct val="100000"/>
              </a:lnSpc>
              <a:spcBef>
                <a:spcPts val="600"/>
              </a:spcBef>
              <a:defRPr sz="1600">
                <a:solidFill>
                  <a:schemeClr val="accent1"/>
                </a:solidFill>
              </a:defRPr>
            </a:lvl2pPr>
            <a:lvl3pPr>
              <a:lnSpc>
                <a:spcPct val="100000"/>
              </a:lnSpc>
              <a:spcBef>
                <a:spcPts val="600"/>
              </a:spcBef>
              <a:defRPr sz="1400">
                <a:solidFill>
                  <a:schemeClr val="accent1"/>
                </a:solidFill>
              </a:defRPr>
            </a:lvl3pPr>
            <a:lvl4pPr>
              <a:lnSpc>
                <a:spcPct val="100000"/>
              </a:lnSpc>
              <a:spcBef>
                <a:spcPts val="600"/>
              </a:spcBef>
              <a:defRPr sz="1200">
                <a:solidFill>
                  <a:schemeClr val="accent1"/>
                </a:solidFill>
              </a:defRPr>
            </a:lvl4pPr>
            <a:lvl5pPr>
              <a:lnSpc>
                <a:spcPct val="100000"/>
              </a:lnSpc>
              <a:spcBef>
                <a:spcPts val="600"/>
              </a:spcBef>
              <a:defRPr sz="1200">
                <a:solidFill>
                  <a:schemeClr val="accent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FA110F4B-383C-979A-7C67-60731A902CCF}"/>
              </a:ext>
            </a:extLst>
          </p:cNvPr>
          <p:cNvSpPr>
            <a:spLocks noGrp="1"/>
          </p:cNvSpPr>
          <p:nvPr>
            <p:ph type="body" sz="quarter" idx="3"/>
          </p:nvPr>
        </p:nvSpPr>
        <p:spPr>
          <a:xfrm>
            <a:off x="6565392" y="3941064"/>
            <a:ext cx="5183188" cy="466344"/>
          </a:xfrm>
        </p:spPr>
        <p:txBody>
          <a:bodyPr anchor="ctr"/>
          <a:lstStyle>
            <a:lvl1pPr marL="0" indent="0">
              <a:buNone/>
              <a:defRPr sz="2400" b="0">
                <a:solidFill>
                  <a:schemeClr val="accent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758E51B-C92F-F9B7-5D67-2EE0685CCF12}"/>
              </a:ext>
            </a:extLst>
          </p:cNvPr>
          <p:cNvSpPr>
            <a:spLocks noGrp="1"/>
          </p:cNvSpPr>
          <p:nvPr>
            <p:ph sz="quarter" idx="4"/>
          </p:nvPr>
        </p:nvSpPr>
        <p:spPr>
          <a:xfrm>
            <a:off x="6565392" y="4485555"/>
            <a:ext cx="5183188" cy="1197864"/>
          </a:xfrm>
        </p:spPr>
        <p:txBody>
          <a:bodyPr/>
          <a:lstStyle>
            <a:lvl1pPr>
              <a:lnSpc>
                <a:spcPct val="100000"/>
              </a:lnSpc>
              <a:spcBef>
                <a:spcPts val="1800"/>
              </a:spcBef>
              <a:defRPr sz="1800">
                <a:solidFill>
                  <a:schemeClr val="accent1"/>
                </a:solidFill>
              </a:defRPr>
            </a:lvl1pPr>
            <a:lvl2pPr>
              <a:lnSpc>
                <a:spcPct val="100000"/>
              </a:lnSpc>
              <a:spcBef>
                <a:spcPts val="600"/>
              </a:spcBef>
              <a:defRPr sz="1600">
                <a:solidFill>
                  <a:schemeClr val="accent1"/>
                </a:solidFill>
              </a:defRPr>
            </a:lvl2pPr>
            <a:lvl3pPr>
              <a:lnSpc>
                <a:spcPct val="100000"/>
              </a:lnSpc>
              <a:spcBef>
                <a:spcPts val="600"/>
              </a:spcBef>
              <a:defRPr sz="1400">
                <a:solidFill>
                  <a:schemeClr val="accent1"/>
                </a:solidFill>
              </a:defRPr>
            </a:lvl3pPr>
            <a:lvl4pPr>
              <a:lnSpc>
                <a:spcPct val="100000"/>
              </a:lnSpc>
              <a:spcBef>
                <a:spcPts val="600"/>
              </a:spcBef>
              <a:defRPr sz="1200">
                <a:solidFill>
                  <a:schemeClr val="accent1"/>
                </a:solidFill>
              </a:defRPr>
            </a:lvl4pPr>
            <a:lvl5pPr>
              <a:lnSpc>
                <a:spcPct val="100000"/>
              </a:lnSpc>
              <a:spcBef>
                <a:spcPts val="600"/>
              </a:spcBef>
              <a:defRPr sz="1200">
                <a:solidFill>
                  <a:schemeClr val="accent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Slide Number Placeholder 8">
            <a:extLst>
              <a:ext uri="{FF2B5EF4-FFF2-40B4-BE49-F238E27FC236}">
                <a16:creationId xmlns:a16="http://schemas.microsoft.com/office/drawing/2014/main" id="{2F376A9B-4626-290B-917F-B57D35120DB4}"/>
              </a:ext>
            </a:extLst>
          </p:cNvPr>
          <p:cNvSpPr>
            <a:spLocks noGrp="1"/>
          </p:cNvSpPr>
          <p:nvPr>
            <p:ph type="sldNum" sz="quarter" idx="12"/>
          </p:nvPr>
        </p:nvSpPr>
        <p:spPr>
          <a:xfrm>
            <a:off x="616640" y="6517634"/>
            <a:ext cx="950258" cy="274320"/>
          </a:xfrm>
          <a:prstGeom prst="rect">
            <a:avLst/>
          </a:prstGeom>
        </p:spPr>
        <p:txBody>
          <a:bodyPr/>
          <a:lstStyle>
            <a:lvl1pPr>
              <a:defRPr>
                <a:solidFill>
                  <a:schemeClr val="accent1"/>
                </a:solidFill>
              </a:defRPr>
            </a:lvl1pPr>
          </a:lstStyle>
          <a:p>
            <a:fld id="{84D792B7-0397-C047-AE12-1A03F7E3DC83}" type="slidenum">
              <a:rPr lang="en-US" smtClean="0"/>
              <a:pPr/>
              <a:t>‹#›</a:t>
            </a:fld>
            <a:endParaRPr lang="en-US" dirty="0"/>
          </a:p>
        </p:txBody>
      </p:sp>
      <p:sp>
        <p:nvSpPr>
          <p:cNvPr id="8" name="Footer Placeholder 7">
            <a:extLst>
              <a:ext uri="{FF2B5EF4-FFF2-40B4-BE49-F238E27FC236}">
                <a16:creationId xmlns:a16="http://schemas.microsoft.com/office/drawing/2014/main" id="{7147E33F-E2CD-B99B-7A79-CDC2550A1465}"/>
              </a:ext>
            </a:extLst>
          </p:cNvPr>
          <p:cNvSpPr>
            <a:spLocks noGrp="1"/>
          </p:cNvSpPr>
          <p:nvPr>
            <p:ph type="ftr" sz="quarter" idx="11"/>
          </p:nvPr>
        </p:nvSpPr>
        <p:spPr>
          <a:xfrm>
            <a:off x="4808250" y="6517634"/>
            <a:ext cx="2572870" cy="274320"/>
          </a:xfrm>
          <a:prstGeom prst="rect">
            <a:avLst/>
          </a:prstGeom>
        </p:spPr>
        <p:txBody>
          <a:bodyPr/>
          <a:lstStyle>
            <a:lvl1pPr>
              <a:defRPr>
                <a:solidFill>
                  <a:schemeClr val="accent1"/>
                </a:solidFill>
              </a:defRPr>
            </a:lvl1pPr>
          </a:lstStyle>
          <a:p>
            <a:r>
              <a:rPr lang="en-US"/>
              <a:t>presentation title</a:t>
            </a:r>
            <a:endParaRPr lang="en-US" dirty="0"/>
          </a:p>
        </p:txBody>
      </p:sp>
      <p:sp>
        <p:nvSpPr>
          <p:cNvPr id="7" name="Date Placeholder 6">
            <a:extLst>
              <a:ext uri="{FF2B5EF4-FFF2-40B4-BE49-F238E27FC236}">
                <a16:creationId xmlns:a16="http://schemas.microsoft.com/office/drawing/2014/main" id="{7427C822-3603-1035-6BD5-07AEADACE876}"/>
              </a:ext>
            </a:extLst>
          </p:cNvPr>
          <p:cNvSpPr>
            <a:spLocks noGrp="1"/>
          </p:cNvSpPr>
          <p:nvPr>
            <p:ph type="dt" sz="half" idx="10"/>
          </p:nvPr>
        </p:nvSpPr>
        <p:spPr/>
        <p:txBody>
          <a:bodyPr/>
          <a:lstStyle>
            <a:lvl1pPr>
              <a:defRPr>
                <a:solidFill>
                  <a:schemeClr val="accent1"/>
                </a:solidFill>
              </a:defRPr>
            </a:lvl1pPr>
          </a:lstStyle>
          <a:p>
            <a:r>
              <a:rPr lang="en-US"/>
              <a:t>20XX</a:t>
            </a:r>
            <a:endParaRPr lang="en-US" dirty="0"/>
          </a:p>
        </p:txBody>
      </p:sp>
      <p:cxnSp>
        <p:nvCxnSpPr>
          <p:cNvPr id="11" name="Straight Connector 10">
            <a:extLst>
              <a:ext uri="{FF2B5EF4-FFF2-40B4-BE49-F238E27FC236}">
                <a16:creationId xmlns:a16="http://schemas.microsoft.com/office/drawing/2014/main" id="{BE816DB4-C374-189A-F1F8-5F1B43EC2B71}"/>
              </a:ext>
            </a:extLst>
          </p:cNvPr>
          <p:cNvCxnSpPr>
            <a:cxnSpLocks/>
          </p:cNvCxnSpPr>
          <p:nvPr userDrawn="1"/>
        </p:nvCxnSpPr>
        <p:spPr>
          <a:xfrm>
            <a:off x="0" y="1037557"/>
            <a:ext cx="6096000" cy="0"/>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4FEC7540-FB09-0AE1-04FF-3706800F4DB6}"/>
              </a:ext>
            </a:extLst>
          </p:cNvPr>
          <p:cNvCxnSpPr>
            <a:cxnSpLocks/>
          </p:cNvCxnSpPr>
          <p:nvPr userDrawn="1"/>
        </p:nvCxnSpPr>
        <p:spPr>
          <a:xfrm flipV="1">
            <a:off x="6096000" y="0"/>
            <a:ext cx="0" cy="6439485"/>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69421D4-0B4D-95CB-4FCB-E139DCBAD9BB}"/>
              </a:ext>
            </a:extLst>
          </p:cNvPr>
          <p:cNvCxnSpPr>
            <a:cxnSpLocks/>
          </p:cNvCxnSpPr>
          <p:nvPr userDrawn="1"/>
        </p:nvCxnSpPr>
        <p:spPr>
          <a:xfrm>
            <a:off x="0" y="6439485"/>
            <a:ext cx="12192000" cy="0"/>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4784892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hree content">
    <p:bg>
      <p:bgPr>
        <a:solidFill>
          <a:schemeClr val="accent1"/>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1B0F0B75-DD75-7194-E40A-3AA5DD203B15}"/>
              </a:ext>
            </a:extLst>
          </p:cNvPr>
          <p:cNvSpPr/>
          <p:nvPr userDrawn="1"/>
        </p:nvSpPr>
        <p:spPr>
          <a:xfrm>
            <a:off x="3886830" y="1031243"/>
            <a:ext cx="7906804" cy="5406242"/>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4">
                  <a:lumMod val="20000"/>
                  <a:lumOff val="80000"/>
                </a:schemeClr>
              </a:solidFill>
            </a:endParaRPr>
          </a:p>
        </p:txBody>
      </p:sp>
      <p:sp>
        <p:nvSpPr>
          <p:cNvPr id="9" name="Rectangle 8">
            <a:extLst>
              <a:ext uri="{FF2B5EF4-FFF2-40B4-BE49-F238E27FC236}">
                <a16:creationId xmlns:a16="http://schemas.microsoft.com/office/drawing/2014/main" id="{AEB85F28-9AE2-01CA-E801-96F2F2ACC4FE}"/>
              </a:ext>
            </a:extLst>
          </p:cNvPr>
          <p:cNvSpPr/>
          <p:nvPr userDrawn="1"/>
        </p:nvSpPr>
        <p:spPr>
          <a:xfrm>
            <a:off x="409046" y="1042071"/>
            <a:ext cx="3455590" cy="5395417"/>
          </a:xfrm>
          <a:prstGeom prst="rect">
            <a:avLst/>
          </a:prstGeom>
          <a:solidFill>
            <a:schemeClr val="accent6">
              <a:lumMod val="40000"/>
              <a:lumOff val="60000"/>
            </a:schemeClr>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95A0BD26-4C3C-C934-E3C5-C4ABD369E612}"/>
              </a:ext>
            </a:extLst>
          </p:cNvPr>
          <p:cNvSpPr>
            <a:spLocks noGrp="1"/>
          </p:cNvSpPr>
          <p:nvPr>
            <p:ph type="title"/>
          </p:nvPr>
        </p:nvSpPr>
        <p:spPr>
          <a:xfrm>
            <a:off x="2039112" y="64008"/>
            <a:ext cx="8165592" cy="969264"/>
          </a:xfrm>
        </p:spPr>
        <p:txBody>
          <a:bodyPr/>
          <a:lstStyle>
            <a:lvl1pPr algn="ctr">
              <a:defRPr/>
            </a:lvl1pPr>
          </a:lstStyle>
          <a:p>
            <a:r>
              <a:rPr lang="en-US"/>
              <a:t>Click to edit Master title style</a:t>
            </a:r>
            <a:endParaRPr lang="en-US" dirty="0"/>
          </a:p>
        </p:txBody>
      </p:sp>
      <p:sp>
        <p:nvSpPr>
          <p:cNvPr id="21" name="Text Placeholder 2">
            <a:extLst>
              <a:ext uri="{FF2B5EF4-FFF2-40B4-BE49-F238E27FC236}">
                <a16:creationId xmlns:a16="http://schemas.microsoft.com/office/drawing/2014/main" id="{77B3A0F7-4877-4804-831D-E094CB4C49B3}"/>
              </a:ext>
            </a:extLst>
          </p:cNvPr>
          <p:cNvSpPr>
            <a:spLocks noGrp="1"/>
          </p:cNvSpPr>
          <p:nvPr>
            <p:ph type="body" idx="13"/>
          </p:nvPr>
        </p:nvSpPr>
        <p:spPr>
          <a:xfrm>
            <a:off x="667512" y="1673352"/>
            <a:ext cx="2907792" cy="466344"/>
          </a:xfrm>
        </p:spPr>
        <p:txBody>
          <a:bodyPr anchor="ctr"/>
          <a:lstStyle>
            <a:lvl1pPr marL="0" indent="0">
              <a:lnSpc>
                <a:spcPct val="100000"/>
              </a:lnSpc>
              <a:spcBef>
                <a:spcPts val="0"/>
              </a:spcBef>
              <a:buNone/>
              <a:defRPr sz="2400" b="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 name="Content Placeholder 2">
            <a:extLst>
              <a:ext uri="{FF2B5EF4-FFF2-40B4-BE49-F238E27FC236}">
                <a16:creationId xmlns:a16="http://schemas.microsoft.com/office/drawing/2014/main" id="{D53F374C-57DC-E207-D494-6986428A2D60}"/>
              </a:ext>
            </a:extLst>
          </p:cNvPr>
          <p:cNvSpPr>
            <a:spLocks noGrp="1"/>
          </p:cNvSpPr>
          <p:nvPr>
            <p:ph idx="1"/>
          </p:nvPr>
        </p:nvSpPr>
        <p:spPr>
          <a:xfrm>
            <a:off x="4114800" y="1307592"/>
            <a:ext cx="7598664" cy="1197864"/>
          </a:xfrm>
        </p:spPr>
        <p:txBody>
          <a:bodyPr anchor="ctr"/>
          <a:lstStyle>
            <a:lvl1pPr marL="283464">
              <a:lnSpc>
                <a:spcPct val="100000"/>
              </a:lnSpc>
              <a:spcBef>
                <a:spcPts val="0"/>
              </a:spcBef>
              <a:defRPr sz="1800"/>
            </a:lvl1pPr>
            <a:lvl2pPr>
              <a:lnSpc>
                <a:spcPct val="100000"/>
              </a:lnSpc>
              <a:spcBef>
                <a:spcPts val="0"/>
              </a:spcBef>
              <a:defRPr sz="1600"/>
            </a:lvl2pPr>
            <a:lvl3pPr>
              <a:lnSpc>
                <a:spcPct val="100000"/>
              </a:lnSpc>
              <a:spcBef>
                <a:spcPts val="0"/>
              </a:spcBef>
              <a:defRPr sz="1400"/>
            </a:lvl3pPr>
            <a:lvl4pPr>
              <a:lnSpc>
                <a:spcPct val="100000"/>
              </a:lnSpc>
              <a:spcBef>
                <a:spcPts val="0"/>
              </a:spcBef>
              <a:defRPr sz="1200"/>
            </a:lvl4pPr>
            <a:lvl5pPr>
              <a:lnSpc>
                <a:spcPct val="100000"/>
              </a:lnSpc>
              <a:spcBef>
                <a:spcPts val="0"/>
              </a:spcBef>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4">
            <a:extLst>
              <a:ext uri="{FF2B5EF4-FFF2-40B4-BE49-F238E27FC236}">
                <a16:creationId xmlns:a16="http://schemas.microsoft.com/office/drawing/2014/main" id="{5160F9ED-11F2-C22D-919C-AD28524B1305}"/>
              </a:ext>
            </a:extLst>
          </p:cNvPr>
          <p:cNvSpPr>
            <a:spLocks noGrp="1"/>
          </p:cNvSpPr>
          <p:nvPr>
            <p:ph type="body" sz="quarter" idx="14"/>
          </p:nvPr>
        </p:nvSpPr>
        <p:spPr>
          <a:xfrm>
            <a:off x="667512" y="3452264"/>
            <a:ext cx="2907792" cy="466344"/>
          </a:xfrm>
        </p:spPr>
        <p:txBody>
          <a:bodyPr anchor="ctr"/>
          <a:lstStyle>
            <a:lvl1pPr marL="0" indent="0">
              <a:lnSpc>
                <a:spcPct val="100000"/>
              </a:lnSpc>
              <a:spcBef>
                <a:spcPts val="0"/>
              </a:spcBef>
              <a:buNone/>
              <a:defRPr sz="2400" b="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7" name="Content Placeholder 2">
            <a:extLst>
              <a:ext uri="{FF2B5EF4-FFF2-40B4-BE49-F238E27FC236}">
                <a16:creationId xmlns:a16="http://schemas.microsoft.com/office/drawing/2014/main" id="{8C5B491A-910D-96D7-7910-D672B6313334}"/>
              </a:ext>
            </a:extLst>
          </p:cNvPr>
          <p:cNvSpPr>
            <a:spLocks noGrp="1"/>
          </p:cNvSpPr>
          <p:nvPr>
            <p:ph idx="15"/>
          </p:nvPr>
        </p:nvSpPr>
        <p:spPr>
          <a:xfrm>
            <a:off x="4123102" y="3086504"/>
            <a:ext cx="7598664" cy="1197864"/>
          </a:xfrm>
        </p:spPr>
        <p:txBody>
          <a:bodyPr anchor="ctr"/>
          <a:lstStyle>
            <a:lvl1pPr marL="283464">
              <a:lnSpc>
                <a:spcPct val="100000"/>
              </a:lnSpc>
              <a:spcBef>
                <a:spcPts val="0"/>
              </a:spcBef>
              <a:defRPr sz="1800"/>
            </a:lvl1pPr>
            <a:lvl2pPr>
              <a:lnSpc>
                <a:spcPct val="100000"/>
              </a:lnSpc>
              <a:spcBef>
                <a:spcPts val="0"/>
              </a:spcBef>
              <a:defRPr sz="1600"/>
            </a:lvl2pPr>
            <a:lvl3pPr>
              <a:lnSpc>
                <a:spcPct val="100000"/>
              </a:lnSpc>
              <a:spcBef>
                <a:spcPts val="0"/>
              </a:spcBef>
              <a:defRPr sz="1400"/>
            </a:lvl3pPr>
            <a:lvl4pPr>
              <a:lnSpc>
                <a:spcPct val="100000"/>
              </a:lnSpc>
              <a:spcBef>
                <a:spcPts val="0"/>
              </a:spcBef>
              <a:defRPr sz="1200"/>
            </a:lvl4pPr>
            <a:lvl5pPr>
              <a:lnSpc>
                <a:spcPct val="100000"/>
              </a:lnSpc>
              <a:spcBef>
                <a:spcPts val="0"/>
              </a:spcBef>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2" name="Text Placeholder 4">
            <a:extLst>
              <a:ext uri="{FF2B5EF4-FFF2-40B4-BE49-F238E27FC236}">
                <a16:creationId xmlns:a16="http://schemas.microsoft.com/office/drawing/2014/main" id="{C7845D54-C197-EEDA-099F-45ED6EC803CE}"/>
              </a:ext>
            </a:extLst>
          </p:cNvPr>
          <p:cNvSpPr>
            <a:spLocks noGrp="1"/>
          </p:cNvSpPr>
          <p:nvPr>
            <p:ph type="body" sz="quarter" idx="3"/>
          </p:nvPr>
        </p:nvSpPr>
        <p:spPr>
          <a:xfrm>
            <a:off x="667512" y="5288457"/>
            <a:ext cx="2907792" cy="466344"/>
          </a:xfrm>
        </p:spPr>
        <p:txBody>
          <a:bodyPr anchor="ctr"/>
          <a:lstStyle>
            <a:lvl1pPr marL="0" indent="0">
              <a:lnSpc>
                <a:spcPct val="100000"/>
              </a:lnSpc>
              <a:spcBef>
                <a:spcPts val="0"/>
              </a:spcBef>
              <a:buNone/>
              <a:defRPr sz="2400" b="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Content Placeholder 2">
            <a:extLst>
              <a:ext uri="{FF2B5EF4-FFF2-40B4-BE49-F238E27FC236}">
                <a16:creationId xmlns:a16="http://schemas.microsoft.com/office/drawing/2014/main" id="{B00C50B6-D96C-CEAF-4897-329D7DBC41E1}"/>
              </a:ext>
            </a:extLst>
          </p:cNvPr>
          <p:cNvSpPr>
            <a:spLocks noGrp="1"/>
          </p:cNvSpPr>
          <p:nvPr>
            <p:ph idx="16"/>
          </p:nvPr>
        </p:nvSpPr>
        <p:spPr>
          <a:xfrm>
            <a:off x="4114800" y="4922697"/>
            <a:ext cx="7598664" cy="1197864"/>
          </a:xfrm>
        </p:spPr>
        <p:txBody>
          <a:bodyPr anchor="ctr"/>
          <a:lstStyle>
            <a:lvl1pPr marL="283464">
              <a:lnSpc>
                <a:spcPct val="100000"/>
              </a:lnSpc>
              <a:spcBef>
                <a:spcPts val="0"/>
              </a:spcBef>
              <a:defRPr sz="1800"/>
            </a:lvl1pPr>
            <a:lvl2pPr>
              <a:lnSpc>
                <a:spcPct val="100000"/>
              </a:lnSpc>
              <a:spcBef>
                <a:spcPts val="0"/>
              </a:spcBef>
              <a:defRPr sz="1600"/>
            </a:lvl2pPr>
            <a:lvl3pPr>
              <a:lnSpc>
                <a:spcPct val="100000"/>
              </a:lnSpc>
              <a:spcBef>
                <a:spcPts val="0"/>
              </a:spcBef>
              <a:defRPr sz="1400"/>
            </a:lvl3pPr>
            <a:lvl4pPr>
              <a:lnSpc>
                <a:spcPct val="100000"/>
              </a:lnSpc>
              <a:spcBef>
                <a:spcPts val="0"/>
              </a:spcBef>
              <a:defRPr sz="1200"/>
            </a:lvl4pPr>
            <a:lvl5pPr>
              <a:lnSpc>
                <a:spcPct val="100000"/>
              </a:lnSpc>
              <a:spcBef>
                <a:spcPts val="0"/>
              </a:spcBef>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5">
            <a:extLst>
              <a:ext uri="{FF2B5EF4-FFF2-40B4-BE49-F238E27FC236}">
                <a16:creationId xmlns:a16="http://schemas.microsoft.com/office/drawing/2014/main" id="{2101ABA6-5EA3-1AE9-0825-523073F786ED}"/>
              </a:ext>
            </a:extLst>
          </p:cNvPr>
          <p:cNvSpPr>
            <a:spLocks noGrp="1"/>
          </p:cNvSpPr>
          <p:nvPr>
            <p:ph type="sldNum" sz="quarter" idx="12"/>
          </p:nvPr>
        </p:nvSpPr>
        <p:spPr>
          <a:xfrm>
            <a:off x="616640" y="6517634"/>
            <a:ext cx="950258" cy="274320"/>
          </a:xfrm>
          <a:prstGeom prst="rect">
            <a:avLst/>
          </a:prstGeom>
        </p:spPr>
        <p:txBody>
          <a:bodyPr/>
          <a:lstStyle/>
          <a:p>
            <a:fld id="{84D792B7-0397-C047-AE12-1A03F7E3DC83}" type="slidenum">
              <a:rPr lang="en-US" smtClean="0"/>
              <a:t>‹#›</a:t>
            </a:fld>
            <a:endParaRPr lang="en-US" dirty="0"/>
          </a:p>
        </p:txBody>
      </p:sp>
      <p:sp>
        <p:nvSpPr>
          <p:cNvPr id="5" name="Footer Placeholder 4">
            <a:extLst>
              <a:ext uri="{FF2B5EF4-FFF2-40B4-BE49-F238E27FC236}">
                <a16:creationId xmlns:a16="http://schemas.microsoft.com/office/drawing/2014/main" id="{726C5317-E14C-8E61-2C1E-0430778E8A0C}"/>
              </a:ext>
            </a:extLst>
          </p:cNvPr>
          <p:cNvSpPr>
            <a:spLocks noGrp="1"/>
          </p:cNvSpPr>
          <p:nvPr>
            <p:ph type="ftr" sz="quarter" idx="11"/>
          </p:nvPr>
        </p:nvSpPr>
        <p:spPr>
          <a:xfrm>
            <a:off x="4808250" y="6517634"/>
            <a:ext cx="2572870" cy="274320"/>
          </a:xfrm>
          <a:prstGeom prst="rect">
            <a:avLst/>
          </a:prstGeom>
        </p:spPr>
        <p:txBody>
          <a:bodyPr/>
          <a:lstStyle/>
          <a:p>
            <a:r>
              <a:rPr lang="en-US"/>
              <a:t>presentation title</a:t>
            </a:r>
            <a:endParaRPr lang="en-US" dirty="0"/>
          </a:p>
        </p:txBody>
      </p:sp>
      <p:sp>
        <p:nvSpPr>
          <p:cNvPr id="4" name="Date Placeholder 3">
            <a:extLst>
              <a:ext uri="{FF2B5EF4-FFF2-40B4-BE49-F238E27FC236}">
                <a16:creationId xmlns:a16="http://schemas.microsoft.com/office/drawing/2014/main" id="{5A514D0E-ED92-E1A4-0E78-546375A0A63E}"/>
              </a:ext>
            </a:extLst>
          </p:cNvPr>
          <p:cNvSpPr>
            <a:spLocks noGrp="1"/>
          </p:cNvSpPr>
          <p:nvPr>
            <p:ph type="dt" sz="half" idx="10"/>
          </p:nvPr>
        </p:nvSpPr>
        <p:spPr/>
        <p:txBody>
          <a:bodyPr/>
          <a:lstStyle/>
          <a:p>
            <a:r>
              <a:rPr lang="en-US"/>
              <a:t>20XX</a:t>
            </a:r>
            <a:endParaRPr lang="en-US" dirty="0"/>
          </a:p>
        </p:txBody>
      </p:sp>
      <p:cxnSp>
        <p:nvCxnSpPr>
          <p:cNvPr id="8" name="Straight Connector 7">
            <a:extLst>
              <a:ext uri="{FF2B5EF4-FFF2-40B4-BE49-F238E27FC236}">
                <a16:creationId xmlns:a16="http://schemas.microsoft.com/office/drawing/2014/main" id="{B8A273E5-D639-4F22-9056-01A62C38E224}"/>
              </a:ext>
            </a:extLst>
          </p:cNvPr>
          <p:cNvCxnSpPr>
            <a:cxnSpLocks/>
          </p:cNvCxnSpPr>
          <p:nvPr userDrawn="1"/>
        </p:nvCxnSpPr>
        <p:spPr>
          <a:xfrm>
            <a:off x="398366" y="1038695"/>
            <a:ext cx="11395267"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596F1646-E658-90F3-D203-86B50D2F5DEF}"/>
              </a:ext>
            </a:extLst>
          </p:cNvPr>
          <p:cNvCxnSpPr>
            <a:cxnSpLocks/>
          </p:cNvCxnSpPr>
          <p:nvPr userDrawn="1"/>
        </p:nvCxnSpPr>
        <p:spPr>
          <a:xfrm>
            <a:off x="0" y="6439485"/>
            <a:ext cx="1219200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D8793165-641B-DB78-F1A5-573C6041DE9A}"/>
              </a:ext>
            </a:extLst>
          </p:cNvPr>
          <p:cNvCxnSpPr>
            <a:cxnSpLocks/>
          </p:cNvCxnSpPr>
          <p:nvPr userDrawn="1"/>
        </p:nvCxnSpPr>
        <p:spPr>
          <a:xfrm flipV="1">
            <a:off x="398367" y="0"/>
            <a:ext cx="0" cy="685800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4121FCC-C1AD-FD70-0727-3D611AEFAAD4}"/>
              </a:ext>
            </a:extLst>
          </p:cNvPr>
          <p:cNvCxnSpPr>
            <a:cxnSpLocks/>
          </p:cNvCxnSpPr>
          <p:nvPr userDrawn="1"/>
        </p:nvCxnSpPr>
        <p:spPr>
          <a:xfrm flipV="1">
            <a:off x="11793633" y="0"/>
            <a:ext cx="0" cy="685800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23890A2E-4E9B-29B4-124F-FBBCB462EB7C}"/>
              </a:ext>
            </a:extLst>
          </p:cNvPr>
          <p:cNvCxnSpPr>
            <a:cxnSpLocks/>
          </p:cNvCxnSpPr>
          <p:nvPr userDrawn="1"/>
        </p:nvCxnSpPr>
        <p:spPr>
          <a:xfrm>
            <a:off x="398366" y="2767098"/>
            <a:ext cx="11395267"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3256AAD6-732C-A795-FCB1-69CE94E3F1C4}"/>
              </a:ext>
            </a:extLst>
          </p:cNvPr>
          <p:cNvCxnSpPr>
            <a:cxnSpLocks/>
          </p:cNvCxnSpPr>
          <p:nvPr userDrawn="1"/>
        </p:nvCxnSpPr>
        <p:spPr>
          <a:xfrm>
            <a:off x="398366" y="4603773"/>
            <a:ext cx="11395267"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F2162417-AD43-4C6C-A3F2-EC7D979B702A}"/>
              </a:ext>
            </a:extLst>
          </p:cNvPr>
          <p:cNvCxnSpPr>
            <a:cxnSpLocks/>
          </p:cNvCxnSpPr>
          <p:nvPr userDrawn="1"/>
        </p:nvCxnSpPr>
        <p:spPr>
          <a:xfrm flipV="1">
            <a:off x="3864636" y="1031243"/>
            <a:ext cx="0" cy="5407244"/>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9734870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wo Content">
    <p:bg>
      <p:bgPr>
        <a:solidFill>
          <a:schemeClr val="accent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A5A4D4F6-5B85-FBD0-E507-B32E94BF2066}"/>
              </a:ext>
            </a:extLst>
          </p:cNvPr>
          <p:cNvSpPr/>
          <p:nvPr userDrawn="1"/>
        </p:nvSpPr>
        <p:spPr>
          <a:xfrm>
            <a:off x="3886830" y="1031243"/>
            <a:ext cx="7906804" cy="5406242"/>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4">
                  <a:lumMod val="20000"/>
                  <a:lumOff val="80000"/>
                </a:schemeClr>
              </a:solidFill>
            </a:endParaRPr>
          </a:p>
        </p:txBody>
      </p:sp>
      <p:sp>
        <p:nvSpPr>
          <p:cNvPr id="11" name="Rectangle 10">
            <a:extLst>
              <a:ext uri="{FF2B5EF4-FFF2-40B4-BE49-F238E27FC236}">
                <a16:creationId xmlns:a16="http://schemas.microsoft.com/office/drawing/2014/main" id="{FD7666C5-50ED-BD11-EBB3-5068C0F8FE27}"/>
              </a:ext>
            </a:extLst>
          </p:cNvPr>
          <p:cNvSpPr/>
          <p:nvPr userDrawn="1"/>
        </p:nvSpPr>
        <p:spPr>
          <a:xfrm>
            <a:off x="409046" y="1042071"/>
            <a:ext cx="3455590" cy="5395417"/>
          </a:xfrm>
          <a:prstGeom prst="rect">
            <a:avLst/>
          </a:prstGeom>
          <a:solidFill>
            <a:schemeClr val="accent6">
              <a:lumMod val="40000"/>
              <a:lumOff val="60000"/>
            </a:schemeClr>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itle 1">
            <a:extLst>
              <a:ext uri="{FF2B5EF4-FFF2-40B4-BE49-F238E27FC236}">
                <a16:creationId xmlns:a16="http://schemas.microsoft.com/office/drawing/2014/main" id="{2EAF0B87-8A17-7C9D-202E-F0AC8A92072C}"/>
              </a:ext>
            </a:extLst>
          </p:cNvPr>
          <p:cNvSpPr>
            <a:spLocks noGrp="1"/>
          </p:cNvSpPr>
          <p:nvPr>
            <p:ph type="title"/>
          </p:nvPr>
        </p:nvSpPr>
        <p:spPr>
          <a:xfrm>
            <a:off x="2039112" y="64008"/>
            <a:ext cx="8165592" cy="969264"/>
          </a:xfrm>
        </p:spPr>
        <p:txBody>
          <a:bodyPr/>
          <a:lstStyle>
            <a:lvl1pPr algn="ctr">
              <a:defRPr/>
            </a:lvl1pPr>
          </a:lstStyle>
          <a:p>
            <a:r>
              <a:rPr lang="en-US"/>
              <a:t>Click to edit Master title style</a:t>
            </a:r>
            <a:endParaRPr lang="en-US" dirty="0"/>
          </a:p>
        </p:txBody>
      </p:sp>
      <p:sp>
        <p:nvSpPr>
          <p:cNvPr id="34" name="Text Placeholder 2">
            <a:extLst>
              <a:ext uri="{FF2B5EF4-FFF2-40B4-BE49-F238E27FC236}">
                <a16:creationId xmlns:a16="http://schemas.microsoft.com/office/drawing/2014/main" id="{C766325D-8175-9B95-4BB6-87E3195AAD33}"/>
              </a:ext>
            </a:extLst>
          </p:cNvPr>
          <p:cNvSpPr>
            <a:spLocks noGrp="1"/>
          </p:cNvSpPr>
          <p:nvPr>
            <p:ph type="body" idx="13"/>
          </p:nvPr>
        </p:nvSpPr>
        <p:spPr>
          <a:xfrm>
            <a:off x="667512" y="2155720"/>
            <a:ext cx="2907792" cy="466344"/>
          </a:xfrm>
        </p:spPr>
        <p:txBody>
          <a:bodyPr anchor="ctr"/>
          <a:lstStyle>
            <a:lvl1pPr marL="0" indent="0">
              <a:lnSpc>
                <a:spcPct val="100000"/>
              </a:lnSpc>
              <a:spcBef>
                <a:spcPts val="0"/>
              </a:spcBef>
              <a:buNone/>
              <a:defRPr sz="2400" b="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4" name="Content Placeholder 2">
            <a:extLst>
              <a:ext uri="{FF2B5EF4-FFF2-40B4-BE49-F238E27FC236}">
                <a16:creationId xmlns:a16="http://schemas.microsoft.com/office/drawing/2014/main" id="{5F9AFE21-B015-59CC-B869-6CA584CD8768}"/>
              </a:ext>
            </a:extLst>
          </p:cNvPr>
          <p:cNvSpPr>
            <a:spLocks noGrp="1"/>
          </p:cNvSpPr>
          <p:nvPr>
            <p:ph idx="1"/>
          </p:nvPr>
        </p:nvSpPr>
        <p:spPr>
          <a:xfrm>
            <a:off x="4114800" y="1283336"/>
            <a:ext cx="7598664" cy="2211112"/>
          </a:xfrm>
        </p:spPr>
        <p:txBody>
          <a:bodyPr anchor="ctr"/>
          <a:lstStyle>
            <a:lvl1pPr marL="283464">
              <a:lnSpc>
                <a:spcPct val="100000"/>
              </a:lnSpc>
              <a:spcBef>
                <a:spcPts val="0"/>
              </a:spcBef>
              <a:defRPr sz="1800"/>
            </a:lvl1pPr>
            <a:lvl2pPr>
              <a:lnSpc>
                <a:spcPct val="100000"/>
              </a:lnSpc>
              <a:spcBef>
                <a:spcPts val="0"/>
              </a:spcBef>
              <a:defRPr sz="1600"/>
            </a:lvl2pPr>
            <a:lvl3pPr>
              <a:lnSpc>
                <a:spcPct val="100000"/>
              </a:lnSpc>
              <a:spcBef>
                <a:spcPts val="0"/>
              </a:spcBef>
              <a:defRPr sz="1400"/>
            </a:lvl3pPr>
            <a:lvl4pPr>
              <a:lnSpc>
                <a:spcPct val="100000"/>
              </a:lnSpc>
              <a:spcBef>
                <a:spcPts val="0"/>
              </a:spcBef>
              <a:defRPr sz="1200"/>
            </a:lvl4pPr>
            <a:lvl5pPr>
              <a:lnSpc>
                <a:spcPct val="100000"/>
              </a:lnSpc>
              <a:spcBef>
                <a:spcPts val="0"/>
              </a:spcBef>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5" name="Text Placeholder 4">
            <a:extLst>
              <a:ext uri="{FF2B5EF4-FFF2-40B4-BE49-F238E27FC236}">
                <a16:creationId xmlns:a16="http://schemas.microsoft.com/office/drawing/2014/main" id="{81CCD754-FDAD-02A0-CC23-AE197F4DA1BE}"/>
              </a:ext>
            </a:extLst>
          </p:cNvPr>
          <p:cNvSpPr>
            <a:spLocks noGrp="1"/>
          </p:cNvSpPr>
          <p:nvPr>
            <p:ph type="body" sz="quarter" idx="3"/>
          </p:nvPr>
        </p:nvSpPr>
        <p:spPr>
          <a:xfrm>
            <a:off x="667512" y="4856116"/>
            <a:ext cx="2907792" cy="466344"/>
          </a:xfrm>
        </p:spPr>
        <p:txBody>
          <a:bodyPr anchor="ctr"/>
          <a:lstStyle>
            <a:lvl1pPr marL="0" indent="0">
              <a:lnSpc>
                <a:spcPct val="100000"/>
              </a:lnSpc>
              <a:spcBef>
                <a:spcPts val="0"/>
              </a:spcBef>
              <a:buNone/>
              <a:defRPr sz="2400" b="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6" name="Content Placeholder 2">
            <a:extLst>
              <a:ext uri="{FF2B5EF4-FFF2-40B4-BE49-F238E27FC236}">
                <a16:creationId xmlns:a16="http://schemas.microsoft.com/office/drawing/2014/main" id="{8DA3CBCD-145A-E531-00B6-F66E3BB91D36}"/>
              </a:ext>
            </a:extLst>
          </p:cNvPr>
          <p:cNvSpPr>
            <a:spLocks noGrp="1"/>
          </p:cNvSpPr>
          <p:nvPr>
            <p:ph idx="16"/>
          </p:nvPr>
        </p:nvSpPr>
        <p:spPr>
          <a:xfrm>
            <a:off x="4114800" y="3983732"/>
            <a:ext cx="7598664" cy="2211112"/>
          </a:xfrm>
        </p:spPr>
        <p:txBody>
          <a:bodyPr anchor="ctr"/>
          <a:lstStyle>
            <a:lvl1pPr marL="283464">
              <a:lnSpc>
                <a:spcPct val="100000"/>
              </a:lnSpc>
              <a:spcBef>
                <a:spcPts val="0"/>
              </a:spcBef>
              <a:defRPr sz="1800"/>
            </a:lvl1pPr>
            <a:lvl2pPr>
              <a:lnSpc>
                <a:spcPct val="100000"/>
              </a:lnSpc>
              <a:spcBef>
                <a:spcPts val="0"/>
              </a:spcBef>
              <a:defRPr sz="1600"/>
            </a:lvl2pPr>
            <a:lvl3pPr>
              <a:lnSpc>
                <a:spcPct val="100000"/>
              </a:lnSpc>
              <a:spcBef>
                <a:spcPts val="0"/>
              </a:spcBef>
              <a:defRPr sz="1400"/>
            </a:lvl3pPr>
            <a:lvl4pPr>
              <a:lnSpc>
                <a:spcPct val="100000"/>
              </a:lnSpc>
              <a:spcBef>
                <a:spcPts val="0"/>
              </a:spcBef>
              <a:defRPr sz="1200"/>
            </a:lvl4pPr>
            <a:lvl5pPr>
              <a:lnSpc>
                <a:spcPct val="100000"/>
              </a:lnSpc>
              <a:spcBef>
                <a:spcPts val="0"/>
              </a:spcBef>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7" name="Slide Number Placeholder 5">
            <a:extLst>
              <a:ext uri="{FF2B5EF4-FFF2-40B4-BE49-F238E27FC236}">
                <a16:creationId xmlns:a16="http://schemas.microsoft.com/office/drawing/2014/main" id="{C8C7A88B-B5E6-DF17-298C-3F1D6F2BB4B3}"/>
              </a:ext>
            </a:extLst>
          </p:cNvPr>
          <p:cNvSpPr>
            <a:spLocks noGrp="1"/>
          </p:cNvSpPr>
          <p:nvPr>
            <p:ph type="sldNum" sz="quarter" idx="12"/>
          </p:nvPr>
        </p:nvSpPr>
        <p:spPr>
          <a:xfrm>
            <a:off x="616640" y="6517634"/>
            <a:ext cx="950258" cy="274320"/>
          </a:xfrm>
          <a:prstGeom prst="rect">
            <a:avLst/>
          </a:prstGeom>
        </p:spPr>
        <p:txBody>
          <a:bodyPr/>
          <a:lstStyle/>
          <a:p>
            <a:fld id="{84D792B7-0397-C047-AE12-1A03F7E3DC83}" type="slidenum">
              <a:rPr lang="en-US" smtClean="0"/>
              <a:t>‹#›</a:t>
            </a:fld>
            <a:endParaRPr lang="en-US" dirty="0"/>
          </a:p>
        </p:txBody>
      </p:sp>
      <p:sp>
        <p:nvSpPr>
          <p:cNvPr id="26" name="Footer Placeholder 4">
            <a:extLst>
              <a:ext uri="{FF2B5EF4-FFF2-40B4-BE49-F238E27FC236}">
                <a16:creationId xmlns:a16="http://schemas.microsoft.com/office/drawing/2014/main" id="{F6BF98F2-CC55-EA67-AFEB-3B9BDA92BA8E}"/>
              </a:ext>
            </a:extLst>
          </p:cNvPr>
          <p:cNvSpPr>
            <a:spLocks noGrp="1"/>
          </p:cNvSpPr>
          <p:nvPr>
            <p:ph type="ftr" sz="quarter" idx="11"/>
          </p:nvPr>
        </p:nvSpPr>
        <p:spPr>
          <a:xfrm>
            <a:off x="4808250" y="6517634"/>
            <a:ext cx="2572870" cy="274320"/>
          </a:xfrm>
          <a:prstGeom prst="rect">
            <a:avLst/>
          </a:prstGeom>
        </p:spPr>
        <p:txBody>
          <a:bodyPr/>
          <a:lstStyle/>
          <a:p>
            <a:r>
              <a:rPr lang="en-US"/>
              <a:t>presentation title</a:t>
            </a:r>
            <a:endParaRPr lang="en-US" dirty="0"/>
          </a:p>
        </p:txBody>
      </p:sp>
      <p:sp>
        <p:nvSpPr>
          <p:cNvPr id="25" name="Date Placeholder 3">
            <a:extLst>
              <a:ext uri="{FF2B5EF4-FFF2-40B4-BE49-F238E27FC236}">
                <a16:creationId xmlns:a16="http://schemas.microsoft.com/office/drawing/2014/main" id="{80D6DCDD-07F4-F7F0-12E1-CAF3B5CCCE7E}"/>
              </a:ext>
            </a:extLst>
          </p:cNvPr>
          <p:cNvSpPr>
            <a:spLocks noGrp="1"/>
          </p:cNvSpPr>
          <p:nvPr>
            <p:ph type="dt" sz="half" idx="10"/>
          </p:nvPr>
        </p:nvSpPr>
        <p:spPr>
          <a:xfrm>
            <a:off x="10622471" y="6517634"/>
            <a:ext cx="950260" cy="274320"/>
          </a:xfrm>
        </p:spPr>
        <p:txBody>
          <a:bodyPr/>
          <a:lstStyle/>
          <a:p>
            <a:r>
              <a:rPr lang="en-US"/>
              <a:t>20XX</a:t>
            </a:r>
            <a:endParaRPr lang="en-US" dirty="0"/>
          </a:p>
        </p:txBody>
      </p:sp>
      <p:cxnSp>
        <p:nvCxnSpPr>
          <p:cNvPr id="28" name="Straight Connector 27">
            <a:extLst>
              <a:ext uri="{FF2B5EF4-FFF2-40B4-BE49-F238E27FC236}">
                <a16:creationId xmlns:a16="http://schemas.microsoft.com/office/drawing/2014/main" id="{F526EBCF-823D-784A-BF8D-A377758CEB81}"/>
              </a:ext>
            </a:extLst>
          </p:cNvPr>
          <p:cNvCxnSpPr>
            <a:cxnSpLocks/>
          </p:cNvCxnSpPr>
          <p:nvPr userDrawn="1"/>
        </p:nvCxnSpPr>
        <p:spPr>
          <a:xfrm>
            <a:off x="398366" y="1038695"/>
            <a:ext cx="11395267"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9D6E25F4-4D19-CCBB-9F09-7369C86AAD57}"/>
              </a:ext>
            </a:extLst>
          </p:cNvPr>
          <p:cNvCxnSpPr>
            <a:cxnSpLocks/>
          </p:cNvCxnSpPr>
          <p:nvPr userDrawn="1"/>
        </p:nvCxnSpPr>
        <p:spPr>
          <a:xfrm>
            <a:off x="0" y="6439485"/>
            <a:ext cx="1219200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6A4D074-D2CA-D6E0-115B-1CEDA471F0F3}"/>
              </a:ext>
            </a:extLst>
          </p:cNvPr>
          <p:cNvCxnSpPr>
            <a:cxnSpLocks/>
          </p:cNvCxnSpPr>
          <p:nvPr userDrawn="1"/>
        </p:nvCxnSpPr>
        <p:spPr>
          <a:xfrm flipV="1">
            <a:off x="398367" y="0"/>
            <a:ext cx="0" cy="685800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DB039A31-257E-2036-4142-307DD91B05CC}"/>
              </a:ext>
            </a:extLst>
          </p:cNvPr>
          <p:cNvCxnSpPr>
            <a:cxnSpLocks/>
          </p:cNvCxnSpPr>
          <p:nvPr userDrawn="1"/>
        </p:nvCxnSpPr>
        <p:spPr>
          <a:xfrm flipV="1">
            <a:off x="11793633" y="0"/>
            <a:ext cx="0" cy="685800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139C06B9-E1A2-A881-C800-86FBB69963F9}"/>
              </a:ext>
            </a:extLst>
          </p:cNvPr>
          <p:cNvCxnSpPr>
            <a:cxnSpLocks/>
          </p:cNvCxnSpPr>
          <p:nvPr userDrawn="1"/>
        </p:nvCxnSpPr>
        <p:spPr>
          <a:xfrm>
            <a:off x="398366" y="3739090"/>
            <a:ext cx="11395267"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DDDBBDAB-1770-6117-02A2-DF798EAD6320}"/>
              </a:ext>
            </a:extLst>
          </p:cNvPr>
          <p:cNvCxnSpPr>
            <a:cxnSpLocks/>
          </p:cNvCxnSpPr>
          <p:nvPr userDrawn="1"/>
        </p:nvCxnSpPr>
        <p:spPr>
          <a:xfrm flipV="1">
            <a:off x="3864636" y="1031243"/>
            <a:ext cx="0" cy="5407244"/>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4778514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Summary">
    <p:bg>
      <p:bgPr>
        <a:solidFill>
          <a:schemeClr val="accent4">
            <a:lumMod val="5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A0BD26-4C3C-C934-E3C5-C4ABD369E612}"/>
              </a:ext>
            </a:extLst>
          </p:cNvPr>
          <p:cNvSpPr>
            <a:spLocks noGrp="1"/>
          </p:cNvSpPr>
          <p:nvPr>
            <p:ph type="title"/>
          </p:nvPr>
        </p:nvSpPr>
        <p:spPr>
          <a:xfrm>
            <a:off x="5833872" y="4389120"/>
            <a:ext cx="4709160" cy="1645920"/>
          </a:xfrm>
        </p:spPr>
        <p:txBody>
          <a:bodyPr/>
          <a:lstStyle>
            <a:lvl1pPr algn="ctr">
              <a:defRPr sz="7200">
                <a:solidFill>
                  <a:schemeClr val="accent1"/>
                </a:solidFill>
              </a:defRPr>
            </a:lvl1pPr>
          </a:lstStyle>
          <a:p>
            <a:r>
              <a:rPr lang="en-US"/>
              <a:t>Click to edit Master title style</a:t>
            </a:r>
            <a:endParaRPr lang="en-US" dirty="0"/>
          </a:p>
        </p:txBody>
      </p:sp>
      <p:sp>
        <p:nvSpPr>
          <p:cNvPr id="23" name="Content Placeholder 2">
            <a:extLst>
              <a:ext uri="{FF2B5EF4-FFF2-40B4-BE49-F238E27FC236}">
                <a16:creationId xmlns:a16="http://schemas.microsoft.com/office/drawing/2014/main" id="{FD728F67-F092-A253-7F58-A329D8F43858}"/>
              </a:ext>
            </a:extLst>
          </p:cNvPr>
          <p:cNvSpPr>
            <a:spLocks noGrp="1"/>
          </p:cNvSpPr>
          <p:nvPr>
            <p:ph idx="1"/>
          </p:nvPr>
        </p:nvSpPr>
        <p:spPr>
          <a:xfrm>
            <a:off x="2011680" y="2130552"/>
            <a:ext cx="8165592" cy="1755648"/>
          </a:xfrm>
        </p:spPr>
        <p:txBody>
          <a:bodyPr/>
          <a:lstStyle>
            <a:lvl1pPr marL="0" indent="0">
              <a:lnSpc>
                <a:spcPct val="100000"/>
              </a:lnSpc>
              <a:buNone/>
              <a:defRPr sz="1800">
                <a:solidFill>
                  <a:schemeClr val="accent1"/>
                </a:solidFill>
              </a:defRPr>
            </a:lvl1pPr>
            <a:lvl2pPr marL="566928" indent="-283464">
              <a:lnSpc>
                <a:spcPct val="100000"/>
              </a:lnSpc>
              <a:buFont typeface="Wingdings" panose="05000000000000000000" pitchFamily="2" charset="2"/>
              <a:buChar char="§"/>
              <a:defRPr sz="1600">
                <a:solidFill>
                  <a:schemeClr val="accent1"/>
                </a:solidFill>
              </a:defRPr>
            </a:lvl2pPr>
            <a:lvl3pPr marL="850392" indent="-283464">
              <a:lnSpc>
                <a:spcPct val="100000"/>
              </a:lnSpc>
              <a:buFont typeface="Wingdings" panose="05000000000000000000" pitchFamily="2" charset="2"/>
              <a:buChar char="§"/>
              <a:defRPr sz="1400">
                <a:solidFill>
                  <a:schemeClr val="accent1"/>
                </a:solidFill>
              </a:defRPr>
            </a:lvl3pPr>
            <a:lvl4pPr marL="1133856" indent="-283464">
              <a:lnSpc>
                <a:spcPct val="100000"/>
              </a:lnSpc>
              <a:buFont typeface="Wingdings" panose="05000000000000000000" pitchFamily="2" charset="2"/>
              <a:buChar char="§"/>
              <a:defRPr sz="1200">
                <a:solidFill>
                  <a:schemeClr val="accent1"/>
                </a:solidFill>
              </a:defRPr>
            </a:lvl4pPr>
            <a:lvl5pPr marL="1417320" indent="-283464">
              <a:lnSpc>
                <a:spcPct val="100000"/>
              </a:lnSpc>
              <a:buFont typeface="Wingdings" panose="05000000000000000000" pitchFamily="2" charset="2"/>
              <a:buChar char="§"/>
              <a:defRPr sz="1200">
                <a:solidFill>
                  <a:schemeClr val="accent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5">
            <a:extLst>
              <a:ext uri="{FF2B5EF4-FFF2-40B4-BE49-F238E27FC236}">
                <a16:creationId xmlns:a16="http://schemas.microsoft.com/office/drawing/2014/main" id="{2101ABA6-5EA3-1AE9-0825-523073F786ED}"/>
              </a:ext>
            </a:extLst>
          </p:cNvPr>
          <p:cNvSpPr>
            <a:spLocks noGrp="1"/>
          </p:cNvSpPr>
          <p:nvPr>
            <p:ph type="sldNum" sz="quarter" idx="12"/>
          </p:nvPr>
        </p:nvSpPr>
        <p:spPr>
          <a:xfrm>
            <a:off x="616640" y="6517634"/>
            <a:ext cx="950258" cy="274320"/>
          </a:xfrm>
          <a:prstGeom prst="rect">
            <a:avLst/>
          </a:prstGeom>
        </p:spPr>
        <p:txBody>
          <a:bodyPr/>
          <a:lstStyle>
            <a:lvl1pPr>
              <a:defRPr>
                <a:solidFill>
                  <a:schemeClr val="accent1"/>
                </a:solidFill>
              </a:defRPr>
            </a:lvl1pPr>
          </a:lstStyle>
          <a:p>
            <a:fld id="{84D792B7-0397-C047-AE12-1A03F7E3DC83}" type="slidenum">
              <a:rPr lang="en-US" smtClean="0"/>
              <a:pPr/>
              <a:t>‹#›</a:t>
            </a:fld>
            <a:endParaRPr lang="en-US" dirty="0"/>
          </a:p>
        </p:txBody>
      </p:sp>
      <p:sp>
        <p:nvSpPr>
          <p:cNvPr id="5" name="Footer Placeholder 4">
            <a:extLst>
              <a:ext uri="{FF2B5EF4-FFF2-40B4-BE49-F238E27FC236}">
                <a16:creationId xmlns:a16="http://schemas.microsoft.com/office/drawing/2014/main" id="{726C5317-E14C-8E61-2C1E-0430778E8A0C}"/>
              </a:ext>
            </a:extLst>
          </p:cNvPr>
          <p:cNvSpPr>
            <a:spLocks noGrp="1"/>
          </p:cNvSpPr>
          <p:nvPr>
            <p:ph type="ftr" sz="quarter" idx="11"/>
          </p:nvPr>
        </p:nvSpPr>
        <p:spPr>
          <a:xfrm>
            <a:off x="4808250" y="6517634"/>
            <a:ext cx="2572870" cy="274320"/>
          </a:xfrm>
          <a:prstGeom prst="rect">
            <a:avLst/>
          </a:prstGeom>
        </p:spPr>
        <p:txBody>
          <a:bodyPr/>
          <a:lstStyle>
            <a:lvl1pPr>
              <a:defRPr>
                <a:solidFill>
                  <a:schemeClr val="accent1"/>
                </a:solidFill>
              </a:defRPr>
            </a:lvl1pPr>
          </a:lstStyle>
          <a:p>
            <a:r>
              <a:rPr lang="en-US"/>
              <a:t>presentation title</a:t>
            </a:r>
            <a:endParaRPr lang="en-US" dirty="0"/>
          </a:p>
        </p:txBody>
      </p:sp>
      <p:sp>
        <p:nvSpPr>
          <p:cNvPr id="4" name="Date Placeholder 3">
            <a:extLst>
              <a:ext uri="{FF2B5EF4-FFF2-40B4-BE49-F238E27FC236}">
                <a16:creationId xmlns:a16="http://schemas.microsoft.com/office/drawing/2014/main" id="{5A514D0E-ED92-E1A4-0E78-546375A0A63E}"/>
              </a:ext>
            </a:extLst>
          </p:cNvPr>
          <p:cNvSpPr>
            <a:spLocks noGrp="1"/>
          </p:cNvSpPr>
          <p:nvPr>
            <p:ph type="dt" sz="half" idx="10"/>
          </p:nvPr>
        </p:nvSpPr>
        <p:spPr/>
        <p:txBody>
          <a:bodyPr/>
          <a:lstStyle>
            <a:lvl1pPr>
              <a:defRPr>
                <a:solidFill>
                  <a:schemeClr val="accent1"/>
                </a:solidFill>
              </a:defRPr>
            </a:lvl1pPr>
          </a:lstStyle>
          <a:p>
            <a:r>
              <a:rPr lang="en-US"/>
              <a:t>20XX</a:t>
            </a:r>
            <a:endParaRPr lang="en-US" dirty="0"/>
          </a:p>
        </p:txBody>
      </p:sp>
      <p:cxnSp>
        <p:nvCxnSpPr>
          <p:cNvPr id="16" name="Straight Connector 15">
            <a:extLst>
              <a:ext uri="{FF2B5EF4-FFF2-40B4-BE49-F238E27FC236}">
                <a16:creationId xmlns:a16="http://schemas.microsoft.com/office/drawing/2014/main" id="{B9E5CB43-9C58-7065-8F71-3D1335DCA2E8}"/>
              </a:ext>
            </a:extLst>
          </p:cNvPr>
          <p:cNvCxnSpPr>
            <a:cxnSpLocks/>
          </p:cNvCxnSpPr>
          <p:nvPr userDrawn="1"/>
        </p:nvCxnSpPr>
        <p:spPr>
          <a:xfrm>
            <a:off x="0" y="6439485"/>
            <a:ext cx="12192000" cy="0"/>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D7C51743-4A18-4275-9C86-2A02654EB16B}"/>
              </a:ext>
            </a:extLst>
          </p:cNvPr>
          <p:cNvSpPr/>
          <p:nvPr userDrawn="1"/>
        </p:nvSpPr>
        <p:spPr>
          <a:xfrm>
            <a:off x="1509823" y="1188365"/>
            <a:ext cx="9172353" cy="4481269"/>
          </a:xfrm>
          <a:prstGeom prst="rect">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20" name="Straight Connector 19">
            <a:extLst>
              <a:ext uri="{FF2B5EF4-FFF2-40B4-BE49-F238E27FC236}">
                <a16:creationId xmlns:a16="http://schemas.microsoft.com/office/drawing/2014/main" id="{50105206-25D5-CAFF-D01A-6C366A0DDD06}"/>
              </a:ext>
            </a:extLst>
          </p:cNvPr>
          <p:cNvCxnSpPr>
            <a:cxnSpLocks/>
          </p:cNvCxnSpPr>
          <p:nvPr userDrawn="1"/>
        </p:nvCxnSpPr>
        <p:spPr>
          <a:xfrm>
            <a:off x="0" y="5208047"/>
            <a:ext cx="5837756" cy="0"/>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F568D0A6-8634-2DEB-AE13-929FDDFD954E}"/>
              </a:ext>
            </a:extLst>
          </p:cNvPr>
          <p:cNvCxnSpPr>
            <a:cxnSpLocks/>
          </p:cNvCxnSpPr>
          <p:nvPr userDrawn="1"/>
        </p:nvCxnSpPr>
        <p:spPr>
          <a:xfrm>
            <a:off x="10546079" y="5220132"/>
            <a:ext cx="1645921" cy="0"/>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1766800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hank you">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A0BD26-4C3C-C934-E3C5-C4ABD369E612}"/>
              </a:ext>
            </a:extLst>
          </p:cNvPr>
          <p:cNvSpPr>
            <a:spLocks noGrp="1"/>
          </p:cNvSpPr>
          <p:nvPr>
            <p:ph type="title"/>
          </p:nvPr>
        </p:nvSpPr>
        <p:spPr>
          <a:xfrm>
            <a:off x="5495544" y="731520"/>
            <a:ext cx="5952744" cy="1645920"/>
          </a:xfrm>
        </p:spPr>
        <p:txBody>
          <a:bodyPr/>
          <a:lstStyle>
            <a:lvl1pPr algn="l">
              <a:defRPr sz="7200"/>
            </a:lvl1pPr>
          </a:lstStyle>
          <a:p>
            <a:r>
              <a:rPr lang="en-US"/>
              <a:t>Click to edit Master title style</a:t>
            </a:r>
            <a:endParaRPr lang="en-US" dirty="0"/>
          </a:p>
        </p:txBody>
      </p:sp>
      <p:sp>
        <p:nvSpPr>
          <p:cNvPr id="20" name="Picture Placeholder 19">
            <a:extLst>
              <a:ext uri="{FF2B5EF4-FFF2-40B4-BE49-F238E27FC236}">
                <a16:creationId xmlns:a16="http://schemas.microsoft.com/office/drawing/2014/main" id="{2AA6941D-E239-2A54-E6C1-1574E59717D1}"/>
              </a:ext>
            </a:extLst>
          </p:cNvPr>
          <p:cNvSpPr>
            <a:spLocks noGrp="1"/>
          </p:cNvSpPr>
          <p:nvPr>
            <p:ph type="pic" sz="quarter" idx="13"/>
          </p:nvPr>
        </p:nvSpPr>
        <p:spPr>
          <a:xfrm>
            <a:off x="0" y="0"/>
            <a:ext cx="4872540" cy="6858000"/>
          </a:xfrm>
          <a:ln w="15875">
            <a:solidFill>
              <a:schemeClr val="tx1"/>
            </a:solidFill>
          </a:ln>
        </p:spPr>
        <p:txBody>
          <a:bodyPr anchor="ctr"/>
          <a:lstStyle>
            <a:lvl1pPr marL="0" indent="0" algn="ctr">
              <a:buNone/>
              <a:defRPr/>
            </a:lvl1pPr>
          </a:lstStyle>
          <a:p>
            <a:r>
              <a:rPr lang="en-US"/>
              <a:t>Click icon to add picture</a:t>
            </a:r>
            <a:endParaRPr lang="en-US" dirty="0"/>
          </a:p>
        </p:txBody>
      </p:sp>
      <p:cxnSp>
        <p:nvCxnSpPr>
          <p:cNvPr id="9" name="Straight Connector 8">
            <a:extLst>
              <a:ext uri="{FF2B5EF4-FFF2-40B4-BE49-F238E27FC236}">
                <a16:creationId xmlns:a16="http://schemas.microsoft.com/office/drawing/2014/main" id="{644C3332-D605-38F6-7D05-D7B329747768}"/>
              </a:ext>
            </a:extLst>
          </p:cNvPr>
          <p:cNvCxnSpPr>
            <a:cxnSpLocks/>
          </p:cNvCxnSpPr>
          <p:nvPr userDrawn="1"/>
        </p:nvCxnSpPr>
        <p:spPr>
          <a:xfrm>
            <a:off x="4863079" y="4150757"/>
            <a:ext cx="7328921"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67B2C081-8C69-001E-872F-68A1B1E48B94}"/>
              </a:ext>
            </a:extLst>
          </p:cNvPr>
          <p:cNvCxnSpPr>
            <a:cxnSpLocks/>
          </p:cNvCxnSpPr>
          <p:nvPr userDrawn="1"/>
        </p:nvCxnSpPr>
        <p:spPr>
          <a:xfrm>
            <a:off x="4872540" y="5515589"/>
            <a:ext cx="7328921"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D5613557-EA43-56E7-5DE1-8A9813B2D7EB}"/>
              </a:ext>
            </a:extLst>
          </p:cNvPr>
          <p:cNvCxnSpPr>
            <a:cxnSpLocks/>
          </p:cNvCxnSpPr>
          <p:nvPr userDrawn="1"/>
        </p:nvCxnSpPr>
        <p:spPr>
          <a:xfrm>
            <a:off x="4872540" y="2766534"/>
            <a:ext cx="7328921"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22" name="Text Placeholder 21">
            <a:extLst>
              <a:ext uri="{FF2B5EF4-FFF2-40B4-BE49-F238E27FC236}">
                <a16:creationId xmlns:a16="http://schemas.microsoft.com/office/drawing/2014/main" id="{0CA79F44-DB47-D961-5554-E6CEF0F31D75}"/>
              </a:ext>
            </a:extLst>
          </p:cNvPr>
          <p:cNvSpPr>
            <a:spLocks noGrp="1"/>
          </p:cNvSpPr>
          <p:nvPr>
            <p:ph type="body" sz="quarter" idx="14"/>
          </p:nvPr>
        </p:nvSpPr>
        <p:spPr>
          <a:xfrm>
            <a:off x="5495545" y="3191256"/>
            <a:ext cx="5953506" cy="731520"/>
          </a:xfrm>
        </p:spPr>
        <p:txBody>
          <a:bodyPr anchor="ctr"/>
          <a:lstStyle>
            <a:lvl1pPr marL="0" indent="0">
              <a:spcBef>
                <a:spcPts val="0"/>
              </a:spcBef>
              <a:buNone/>
              <a:defRPr sz="2400" baseline="0">
                <a:latin typeface="+mj-lt"/>
              </a:defRPr>
            </a:lvl1pPr>
          </a:lstStyle>
          <a:p>
            <a:pPr lvl="0"/>
            <a:r>
              <a:rPr lang="en-US"/>
              <a:t>Click to edit Master text styles</a:t>
            </a:r>
          </a:p>
        </p:txBody>
      </p:sp>
      <p:sp>
        <p:nvSpPr>
          <p:cNvPr id="23" name="Text Placeholder 21">
            <a:extLst>
              <a:ext uri="{FF2B5EF4-FFF2-40B4-BE49-F238E27FC236}">
                <a16:creationId xmlns:a16="http://schemas.microsoft.com/office/drawing/2014/main" id="{D8CB894C-EA47-EEFE-AB8C-A9B9B10EDFAC}"/>
              </a:ext>
            </a:extLst>
          </p:cNvPr>
          <p:cNvSpPr>
            <a:spLocks noGrp="1"/>
          </p:cNvSpPr>
          <p:nvPr>
            <p:ph type="body" sz="quarter" idx="15"/>
          </p:nvPr>
        </p:nvSpPr>
        <p:spPr>
          <a:xfrm>
            <a:off x="5494782" y="4498848"/>
            <a:ext cx="5953506" cy="731520"/>
          </a:xfrm>
        </p:spPr>
        <p:txBody>
          <a:bodyPr anchor="ctr"/>
          <a:lstStyle>
            <a:lvl1pPr marL="0" indent="0">
              <a:spcBef>
                <a:spcPts val="0"/>
              </a:spcBef>
              <a:buNone/>
              <a:defRPr sz="2400" baseline="0">
                <a:latin typeface="+mj-lt"/>
              </a:defRPr>
            </a:lvl1pPr>
          </a:lstStyle>
          <a:p>
            <a:pPr lvl="0"/>
            <a:r>
              <a:rPr lang="en-US"/>
              <a:t>Click to edit Master text styles</a:t>
            </a:r>
          </a:p>
        </p:txBody>
      </p:sp>
      <p:sp>
        <p:nvSpPr>
          <p:cNvPr id="24" name="Text Placeholder 21">
            <a:extLst>
              <a:ext uri="{FF2B5EF4-FFF2-40B4-BE49-F238E27FC236}">
                <a16:creationId xmlns:a16="http://schemas.microsoft.com/office/drawing/2014/main" id="{B3C09B13-9367-B435-A76A-9DBB1332FC5F}"/>
              </a:ext>
            </a:extLst>
          </p:cNvPr>
          <p:cNvSpPr>
            <a:spLocks noGrp="1"/>
          </p:cNvSpPr>
          <p:nvPr>
            <p:ph type="body" sz="quarter" idx="16"/>
          </p:nvPr>
        </p:nvSpPr>
        <p:spPr>
          <a:xfrm>
            <a:off x="5494782" y="5797296"/>
            <a:ext cx="5953506" cy="731520"/>
          </a:xfrm>
        </p:spPr>
        <p:txBody>
          <a:bodyPr anchor="ctr"/>
          <a:lstStyle>
            <a:lvl1pPr marL="0" indent="0">
              <a:spcBef>
                <a:spcPts val="0"/>
              </a:spcBef>
              <a:buNone/>
              <a:defRPr sz="2400" baseline="0">
                <a:latin typeface="+mj-lt"/>
              </a:defRPr>
            </a:lvl1pPr>
          </a:lstStyle>
          <a:p>
            <a:pPr lvl="0"/>
            <a:r>
              <a:rPr lang="en-US"/>
              <a:t>Click to edit Master text styles</a:t>
            </a:r>
          </a:p>
        </p:txBody>
      </p:sp>
    </p:spTree>
    <p:extLst>
      <p:ext uri="{BB962C8B-B14F-4D97-AF65-F5344CB8AC3E}">
        <p14:creationId xmlns:p14="http://schemas.microsoft.com/office/powerpoint/2010/main" val="161410125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chemeClr val="accent1"/>
        </a:solidFill>
        <a:effectLst/>
      </p:bgPr>
    </p:bg>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F77913A3-071A-44D9-E59A-B9C86D99FF3B}"/>
              </a:ext>
            </a:extLst>
          </p:cNvPr>
          <p:cNvSpPr>
            <a:spLocks noGrp="1"/>
          </p:cNvSpPr>
          <p:nvPr>
            <p:ph type="title"/>
          </p:nvPr>
        </p:nvSpPr>
        <p:spPr>
          <a:xfrm>
            <a:off x="2039112" y="54864"/>
            <a:ext cx="8165592" cy="969264"/>
          </a:xfrm>
        </p:spPr>
        <p:txBody>
          <a:bodyPr/>
          <a:lstStyle>
            <a:lvl1pPr algn="ctr">
              <a:defRPr/>
            </a:lvl1pPr>
          </a:lstStyle>
          <a:p>
            <a:r>
              <a:rPr lang="en-US"/>
              <a:t>Click to edit Master title style</a:t>
            </a:r>
            <a:endParaRPr lang="en-US" dirty="0"/>
          </a:p>
        </p:txBody>
      </p:sp>
      <p:sp>
        <p:nvSpPr>
          <p:cNvPr id="5" name="Slide Number Placeholder 4">
            <a:extLst>
              <a:ext uri="{FF2B5EF4-FFF2-40B4-BE49-F238E27FC236}">
                <a16:creationId xmlns:a16="http://schemas.microsoft.com/office/drawing/2014/main" id="{E9A67C02-F658-3749-9924-99BDA9C11E7A}"/>
              </a:ext>
            </a:extLst>
          </p:cNvPr>
          <p:cNvSpPr>
            <a:spLocks noGrp="1"/>
          </p:cNvSpPr>
          <p:nvPr>
            <p:ph type="sldNum" sz="quarter" idx="12"/>
          </p:nvPr>
        </p:nvSpPr>
        <p:spPr>
          <a:xfrm>
            <a:off x="616640" y="6517634"/>
            <a:ext cx="950258" cy="274320"/>
          </a:xfrm>
          <a:prstGeom prst="rect">
            <a:avLst/>
          </a:prstGeom>
        </p:spPr>
        <p:txBody>
          <a:bodyPr/>
          <a:lstStyle/>
          <a:p>
            <a:fld id="{84D792B7-0397-C047-AE12-1A03F7E3DC83}" type="slidenum">
              <a:rPr lang="en-US" smtClean="0"/>
              <a:t>‹#›</a:t>
            </a:fld>
            <a:endParaRPr lang="en-US" dirty="0"/>
          </a:p>
        </p:txBody>
      </p:sp>
      <p:sp>
        <p:nvSpPr>
          <p:cNvPr id="4" name="Footer Placeholder 3">
            <a:extLst>
              <a:ext uri="{FF2B5EF4-FFF2-40B4-BE49-F238E27FC236}">
                <a16:creationId xmlns:a16="http://schemas.microsoft.com/office/drawing/2014/main" id="{CB7120C0-232E-AD3B-138D-B65A7AD49C94}"/>
              </a:ext>
            </a:extLst>
          </p:cNvPr>
          <p:cNvSpPr>
            <a:spLocks noGrp="1"/>
          </p:cNvSpPr>
          <p:nvPr>
            <p:ph type="ftr" sz="quarter" idx="11"/>
          </p:nvPr>
        </p:nvSpPr>
        <p:spPr>
          <a:xfrm>
            <a:off x="4808250" y="6517634"/>
            <a:ext cx="2572870" cy="274320"/>
          </a:xfrm>
          <a:prstGeom prst="rect">
            <a:avLst/>
          </a:prstGeom>
        </p:spPr>
        <p:txBody>
          <a:bodyPr/>
          <a:lstStyle/>
          <a:p>
            <a:r>
              <a:rPr lang="en-US"/>
              <a:t>presentation title</a:t>
            </a:r>
            <a:endParaRPr lang="en-US" dirty="0"/>
          </a:p>
        </p:txBody>
      </p:sp>
      <p:sp>
        <p:nvSpPr>
          <p:cNvPr id="3" name="Date Placeholder 2">
            <a:extLst>
              <a:ext uri="{FF2B5EF4-FFF2-40B4-BE49-F238E27FC236}">
                <a16:creationId xmlns:a16="http://schemas.microsoft.com/office/drawing/2014/main" id="{7110ABD4-B26A-0940-A80F-399F8FCAD992}"/>
              </a:ext>
            </a:extLst>
          </p:cNvPr>
          <p:cNvSpPr>
            <a:spLocks noGrp="1"/>
          </p:cNvSpPr>
          <p:nvPr>
            <p:ph type="dt" sz="half" idx="10"/>
          </p:nvPr>
        </p:nvSpPr>
        <p:spPr/>
        <p:txBody>
          <a:bodyPr/>
          <a:lstStyle/>
          <a:p>
            <a:r>
              <a:rPr lang="en-US"/>
              <a:t>20XX</a:t>
            </a:r>
            <a:endParaRPr lang="en-US" dirty="0"/>
          </a:p>
        </p:txBody>
      </p:sp>
      <p:cxnSp>
        <p:nvCxnSpPr>
          <p:cNvPr id="7" name="Straight Connector 6">
            <a:extLst>
              <a:ext uri="{FF2B5EF4-FFF2-40B4-BE49-F238E27FC236}">
                <a16:creationId xmlns:a16="http://schemas.microsoft.com/office/drawing/2014/main" id="{394864F6-8550-2BFC-DC03-2BB296DF2E95}"/>
              </a:ext>
            </a:extLst>
          </p:cNvPr>
          <p:cNvCxnSpPr>
            <a:cxnSpLocks/>
          </p:cNvCxnSpPr>
          <p:nvPr userDrawn="1"/>
        </p:nvCxnSpPr>
        <p:spPr>
          <a:xfrm>
            <a:off x="398366" y="1031955"/>
            <a:ext cx="11395267"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4D95A92E-7815-7546-3201-42AEFA654F4C}"/>
              </a:ext>
            </a:extLst>
          </p:cNvPr>
          <p:cNvCxnSpPr>
            <a:cxnSpLocks/>
          </p:cNvCxnSpPr>
          <p:nvPr userDrawn="1"/>
        </p:nvCxnSpPr>
        <p:spPr>
          <a:xfrm>
            <a:off x="0" y="6439485"/>
            <a:ext cx="1219200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0FF23430-1681-F3A4-F071-7C338746014B}"/>
              </a:ext>
            </a:extLst>
          </p:cNvPr>
          <p:cNvCxnSpPr>
            <a:cxnSpLocks/>
          </p:cNvCxnSpPr>
          <p:nvPr userDrawn="1"/>
        </p:nvCxnSpPr>
        <p:spPr>
          <a:xfrm flipV="1">
            <a:off x="398367" y="0"/>
            <a:ext cx="0" cy="685800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47B44D2F-F976-B752-100E-E994C9F0206A}"/>
              </a:ext>
            </a:extLst>
          </p:cNvPr>
          <p:cNvCxnSpPr>
            <a:cxnSpLocks/>
          </p:cNvCxnSpPr>
          <p:nvPr userDrawn="1"/>
        </p:nvCxnSpPr>
        <p:spPr>
          <a:xfrm flipV="1">
            <a:off x="11793633" y="0"/>
            <a:ext cx="0" cy="685800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3094394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Blank">
    <p:bg>
      <p:bgPr>
        <a:solidFill>
          <a:schemeClr val="accent1"/>
        </a:solidFill>
        <a:effectLst/>
      </p:bgPr>
    </p:bg>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DAC1505-F26B-3039-38E3-3A7F7CC7F364}"/>
              </a:ext>
            </a:extLst>
          </p:cNvPr>
          <p:cNvSpPr>
            <a:spLocks noGrp="1"/>
          </p:cNvSpPr>
          <p:nvPr>
            <p:ph type="dt" sz="half" idx="10"/>
          </p:nvPr>
        </p:nvSpPr>
        <p:spPr/>
        <p:txBody>
          <a:bodyPr/>
          <a:lstStyle/>
          <a:p>
            <a:r>
              <a:rPr lang="en-US"/>
              <a:t>20XX</a:t>
            </a:r>
            <a:endParaRPr lang="en-US" dirty="0"/>
          </a:p>
        </p:txBody>
      </p:sp>
      <p:sp>
        <p:nvSpPr>
          <p:cNvPr id="3" name="Footer Placeholder 2">
            <a:extLst>
              <a:ext uri="{FF2B5EF4-FFF2-40B4-BE49-F238E27FC236}">
                <a16:creationId xmlns:a16="http://schemas.microsoft.com/office/drawing/2014/main" id="{962C2A94-01A4-034C-9AE7-87CF1238308E}"/>
              </a:ext>
            </a:extLst>
          </p:cNvPr>
          <p:cNvSpPr>
            <a:spLocks noGrp="1"/>
          </p:cNvSpPr>
          <p:nvPr>
            <p:ph type="ftr" sz="quarter" idx="11"/>
          </p:nvPr>
        </p:nvSpPr>
        <p:spPr>
          <a:xfrm>
            <a:off x="4808250" y="6517634"/>
            <a:ext cx="2572870" cy="274320"/>
          </a:xfrm>
          <a:prstGeom prst="rect">
            <a:avLst/>
          </a:prstGeom>
        </p:spPr>
        <p:txBody>
          <a:bodyPr/>
          <a:lstStyle/>
          <a:p>
            <a:r>
              <a:rPr lang="en-US"/>
              <a:t>presentation title</a:t>
            </a:r>
            <a:endParaRPr lang="en-US" dirty="0"/>
          </a:p>
        </p:txBody>
      </p:sp>
      <p:sp>
        <p:nvSpPr>
          <p:cNvPr id="4" name="Slide Number Placeholder 3">
            <a:extLst>
              <a:ext uri="{FF2B5EF4-FFF2-40B4-BE49-F238E27FC236}">
                <a16:creationId xmlns:a16="http://schemas.microsoft.com/office/drawing/2014/main" id="{5E45BEB7-6CEE-98EF-C00B-19BF6407E318}"/>
              </a:ext>
            </a:extLst>
          </p:cNvPr>
          <p:cNvSpPr>
            <a:spLocks noGrp="1"/>
          </p:cNvSpPr>
          <p:nvPr>
            <p:ph type="sldNum" sz="quarter" idx="12"/>
          </p:nvPr>
        </p:nvSpPr>
        <p:spPr>
          <a:xfrm>
            <a:off x="616640" y="6517634"/>
            <a:ext cx="950258" cy="274320"/>
          </a:xfrm>
          <a:prstGeom prst="rect">
            <a:avLst/>
          </a:prstGeom>
        </p:spPr>
        <p:txBody>
          <a:bodyPr/>
          <a:lstStyle/>
          <a:p>
            <a:fld id="{84D792B7-0397-C047-AE12-1A03F7E3DC83}" type="slidenum">
              <a:rPr lang="en-US" smtClean="0"/>
              <a:t>‹#›</a:t>
            </a:fld>
            <a:endParaRPr lang="en-US" dirty="0"/>
          </a:p>
        </p:txBody>
      </p:sp>
      <p:cxnSp>
        <p:nvCxnSpPr>
          <p:cNvPr id="6" name="Straight Connector 5">
            <a:extLst>
              <a:ext uri="{FF2B5EF4-FFF2-40B4-BE49-F238E27FC236}">
                <a16:creationId xmlns:a16="http://schemas.microsoft.com/office/drawing/2014/main" id="{74912249-F431-4F6C-4213-30FF47C81741}"/>
              </a:ext>
            </a:extLst>
          </p:cNvPr>
          <p:cNvCxnSpPr>
            <a:cxnSpLocks/>
          </p:cNvCxnSpPr>
          <p:nvPr userDrawn="1"/>
        </p:nvCxnSpPr>
        <p:spPr>
          <a:xfrm>
            <a:off x="0" y="6439485"/>
            <a:ext cx="1219200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101875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9D15AA5F-2C28-9886-0D00-5D18198ECEB4}"/>
              </a:ext>
            </a:extLst>
          </p:cNvPr>
          <p:cNvSpPr>
            <a:spLocks noGrp="1"/>
          </p:cNvSpPr>
          <p:nvPr>
            <p:ph type="dt" sz="half" idx="2"/>
          </p:nvPr>
        </p:nvSpPr>
        <p:spPr>
          <a:xfrm>
            <a:off x="10622471" y="6517634"/>
            <a:ext cx="950260" cy="274320"/>
          </a:xfrm>
          <a:prstGeom prst="rect">
            <a:avLst/>
          </a:prstGeom>
        </p:spPr>
        <p:txBody>
          <a:bodyPr vert="horz" lIns="91440" tIns="45720" rIns="91440" bIns="45720" rtlCol="0" anchor="ctr">
            <a:noAutofit/>
          </a:bodyPr>
          <a:lstStyle>
            <a:lvl1pPr algn="l">
              <a:defRPr sz="1200" spc="300" baseline="0">
                <a:solidFill>
                  <a:schemeClr val="tx1"/>
                </a:solidFill>
                <a:latin typeface="Gill Sans Nova Light" panose="020B0302020104020203" pitchFamily="34" charset="0"/>
              </a:defRPr>
            </a:lvl1pPr>
          </a:lstStyle>
          <a:p>
            <a:r>
              <a:rPr lang="en-US"/>
              <a:t>20XX</a:t>
            </a:r>
            <a:endParaRPr lang="en-US" dirty="0"/>
          </a:p>
        </p:txBody>
      </p:sp>
      <p:sp>
        <p:nvSpPr>
          <p:cNvPr id="2" name="Title Placeholder 1">
            <a:extLst>
              <a:ext uri="{FF2B5EF4-FFF2-40B4-BE49-F238E27FC236}">
                <a16:creationId xmlns:a16="http://schemas.microsoft.com/office/drawing/2014/main" id="{03922ECB-9F56-BDF6-8792-01F55B2EA53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Autofit/>
          </a:bodyPr>
          <a:lstStyle/>
          <a:p>
            <a:r>
              <a:rPr lang="en-US"/>
              <a:t>Click to edit Master title style</a:t>
            </a:r>
          </a:p>
        </p:txBody>
      </p:sp>
      <p:sp>
        <p:nvSpPr>
          <p:cNvPr id="3" name="Text Placeholder 2">
            <a:extLst>
              <a:ext uri="{FF2B5EF4-FFF2-40B4-BE49-F238E27FC236}">
                <a16:creationId xmlns:a16="http://schemas.microsoft.com/office/drawing/2014/main" id="{1B62B5B1-8D0B-68C6-B628-3FF8E5DCD2D2}"/>
              </a:ext>
            </a:extLst>
          </p:cNvPr>
          <p:cNvSpPr>
            <a:spLocks noGrp="1"/>
          </p:cNvSpPr>
          <p:nvPr>
            <p:ph type="body" idx="1"/>
          </p:nvPr>
        </p:nvSpPr>
        <p:spPr>
          <a:xfrm>
            <a:off x="838200" y="1825625"/>
            <a:ext cx="10515600" cy="4351338"/>
          </a:xfrm>
          <a:prstGeom prst="rect">
            <a:avLst/>
          </a:prstGeom>
        </p:spPr>
        <p:txBody>
          <a:bodyPr vert="horz" lIns="91440" tIns="45720" rIns="9144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5">
            <a:extLst>
              <a:ext uri="{FF2B5EF4-FFF2-40B4-BE49-F238E27FC236}">
                <a16:creationId xmlns:a16="http://schemas.microsoft.com/office/drawing/2014/main" id="{ABEF9CC0-D93B-C416-BCCE-87441F99C058}"/>
              </a:ext>
            </a:extLst>
          </p:cNvPr>
          <p:cNvSpPr>
            <a:spLocks noGrp="1"/>
          </p:cNvSpPr>
          <p:nvPr>
            <p:ph type="sldNum" sz="quarter" idx="4"/>
          </p:nvPr>
        </p:nvSpPr>
        <p:spPr>
          <a:xfrm>
            <a:off x="616640" y="6517634"/>
            <a:ext cx="950258" cy="274320"/>
          </a:xfrm>
          <a:prstGeom prst="rect">
            <a:avLst/>
          </a:prstGeom>
        </p:spPr>
        <p:txBody>
          <a:bodyPr vert="horz" lIns="91440" tIns="45720" rIns="91440" bIns="45720" rtlCol="0" anchor="ctr">
            <a:noAutofit/>
          </a:bodyPr>
          <a:lstStyle>
            <a:lvl1pPr algn="l">
              <a:defRPr sz="1200" spc="300" baseline="0">
                <a:solidFill>
                  <a:schemeClr val="tx1"/>
                </a:solidFill>
                <a:latin typeface="Gill Sans Nova Light" panose="020B0302020104020203" pitchFamily="34" charset="0"/>
              </a:defRPr>
            </a:lvl1pPr>
          </a:lstStyle>
          <a:p>
            <a:fld id="{84D792B7-0397-C047-AE12-1A03F7E3DC83}" type="slidenum">
              <a:rPr lang="en-US" smtClean="0"/>
              <a:pPr/>
              <a:t>‹#›</a:t>
            </a:fld>
            <a:endParaRPr lang="en-US" dirty="0"/>
          </a:p>
        </p:txBody>
      </p:sp>
      <p:sp>
        <p:nvSpPr>
          <p:cNvPr id="13" name="Footer Placeholder 4">
            <a:extLst>
              <a:ext uri="{FF2B5EF4-FFF2-40B4-BE49-F238E27FC236}">
                <a16:creationId xmlns:a16="http://schemas.microsoft.com/office/drawing/2014/main" id="{54253F60-8B31-6272-41B3-5C95D6A908C3}"/>
              </a:ext>
            </a:extLst>
          </p:cNvPr>
          <p:cNvSpPr>
            <a:spLocks noGrp="1"/>
          </p:cNvSpPr>
          <p:nvPr>
            <p:ph type="ftr" sz="quarter" idx="3"/>
          </p:nvPr>
        </p:nvSpPr>
        <p:spPr>
          <a:xfrm>
            <a:off x="4808250" y="6517634"/>
            <a:ext cx="2572870" cy="274320"/>
          </a:xfrm>
          <a:prstGeom prst="rect">
            <a:avLst/>
          </a:prstGeom>
        </p:spPr>
        <p:txBody>
          <a:bodyPr vert="horz" lIns="91440" tIns="45720" rIns="91440" bIns="45720" rtlCol="0" anchor="ctr">
            <a:noAutofit/>
          </a:bodyPr>
          <a:lstStyle>
            <a:lvl1pPr algn="ctr">
              <a:defRPr sz="1200" spc="300" baseline="0">
                <a:solidFill>
                  <a:schemeClr val="tx1"/>
                </a:solidFill>
                <a:latin typeface="Gill Sans Nova Light" panose="020B0302020104020203" pitchFamily="34" charset="0"/>
              </a:defRPr>
            </a:lvl1pPr>
          </a:lstStyle>
          <a:p>
            <a:r>
              <a:rPr lang="en-US"/>
              <a:t>presentation title</a:t>
            </a:r>
            <a:endParaRPr lang="en-US" dirty="0"/>
          </a:p>
        </p:txBody>
      </p:sp>
    </p:spTree>
    <p:extLst>
      <p:ext uri="{BB962C8B-B14F-4D97-AF65-F5344CB8AC3E}">
        <p14:creationId xmlns:p14="http://schemas.microsoft.com/office/powerpoint/2010/main" val="1053202087"/>
      </p:ext>
    </p:extLst>
  </p:cSld>
  <p:clrMap bg1="lt1" tx1="dk1" bg2="lt2" tx2="dk2" accent1="accent1" accent2="accent2" accent3="accent3" accent4="accent4" accent5="accent5" accent6="accent6" hlink="hlink" folHlink="folHlink"/>
  <p:sldLayoutIdLst>
    <p:sldLayoutId id="2147483649" r:id="rId1"/>
    <p:sldLayoutId id="2147483661" r:id="rId2"/>
    <p:sldLayoutId id="2147483651" r:id="rId3"/>
    <p:sldLayoutId id="2147483660" r:id="rId4"/>
    <p:sldLayoutId id="2147483670" r:id="rId5"/>
    <p:sldLayoutId id="2147483668" r:id="rId6"/>
    <p:sldLayoutId id="2147483669" r:id="rId7"/>
    <p:sldLayoutId id="2147483667" r:id="rId8"/>
    <p:sldLayoutId id="2147483666" r:id="rId9"/>
    <p:sldLayoutId id="2147483665" r:id="rId10"/>
    <p:sldLayoutId id="2147483653" r:id="rId11"/>
    <p:sldLayoutId id="2147483664" r:id="rId12"/>
    <p:sldLayoutId id="2147483671" r:id="rId13"/>
    <p:sldLayoutId id="2147483663" r:id="rId14"/>
    <p:sldLayoutId id="2147483662" r:id="rId15"/>
    <p:sldLayoutId id="2147483654" r:id="rId16"/>
    <p:sldLayoutId id="2147483655" r:id="rId17"/>
  </p:sldLayoutIdLst>
  <p:hf hdr="0"/>
  <p:txStyles>
    <p:titleStyle>
      <a:lvl1pPr algn="l" defTabSz="914400" rtl="0" eaLnBrk="1" latinLnBrk="0" hangingPunct="1">
        <a:lnSpc>
          <a:spcPct val="90000"/>
        </a:lnSpc>
        <a:spcBef>
          <a:spcPct val="0"/>
        </a:spcBef>
        <a:buNone/>
        <a:defRPr sz="4000" kern="1200">
          <a:solidFill>
            <a:schemeClr val="tx1"/>
          </a:solidFill>
          <a:latin typeface="+mj-lt"/>
          <a:ea typeface="+mj-ea"/>
          <a:cs typeface="+mj-cs"/>
        </a:defRPr>
      </a:lvl1pPr>
    </p:titleStyle>
    <p:bodyStyle>
      <a:lvl1pPr marL="283464" indent="-283464" algn="l" defTabSz="914400" rtl="0" eaLnBrk="1" latinLnBrk="0" hangingPunct="1">
        <a:lnSpc>
          <a:spcPct val="90000"/>
        </a:lnSpc>
        <a:spcBef>
          <a:spcPts val="1000"/>
        </a:spcBef>
        <a:buFont typeface="Wingdings" panose="05000000000000000000" pitchFamily="2" charset="2"/>
        <a:buChar char="§"/>
        <a:defRPr sz="2800" kern="1200">
          <a:solidFill>
            <a:schemeClr val="tx1"/>
          </a:solidFill>
          <a:latin typeface="+mn-lt"/>
          <a:ea typeface="+mn-ea"/>
          <a:cs typeface="+mn-cs"/>
        </a:defRPr>
      </a:lvl1pPr>
      <a:lvl2pPr marL="566928" indent="-283464" algn="l" defTabSz="914400" rtl="0" eaLnBrk="1" latinLnBrk="0" hangingPunct="1">
        <a:lnSpc>
          <a:spcPct val="90000"/>
        </a:lnSpc>
        <a:spcBef>
          <a:spcPts val="500"/>
        </a:spcBef>
        <a:buFont typeface="Wingdings" panose="05000000000000000000" pitchFamily="2" charset="2"/>
        <a:buChar char="§"/>
        <a:defRPr sz="2400" kern="1200">
          <a:solidFill>
            <a:schemeClr val="tx1"/>
          </a:solidFill>
          <a:latin typeface="+mn-lt"/>
          <a:ea typeface="+mn-ea"/>
          <a:cs typeface="+mn-cs"/>
        </a:defRPr>
      </a:lvl2pPr>
      <a:lvl3pPr marL="850392" indent="-283464" algn="l" defTabSz="914400" rtl="0" eaLnBrk="1" latinLnBrk="0" hangingPunct="1">
        <a:lnSpc>
          <a:spcPct val="90000"/>
        </a:lnSpc>
        <a:spcBef>
          <a:spcPts val="500"/>
        </a:spcBef>
        <a:buFont typeface="Wingdings" panose="05000000000000000000" pitchFamily="2" charset="2"/>
        <a:buChar char="§"/>
        <a:defRPr sz="2000" kern="1200">
          <a:solidFill>
            <a:schemeClr val="tx1"/>
          </a:solidFill>
          <a:latin typeface="+mn-lt"/>
          <a:ea typeface="+mn-ea"/>
          <a:cs typeface="+mn-cs"/>
        </a:defRPr>
      </a:lvl3pPr>
      <a:lvl4pPr marL="1133856" indent="-283464" algn="l" defTabSz="914400" rtl="0" eaLnBrk="1" latinLnBrk="0" hangingPunct="1">
        <a:lnSpc>
          <a:spcPct val="90000"/>
        </a:lnSpc>
        <a:spcBef>
          <a:spcPts val="500"/>
        </a:spcBef>
        <a:buFont typeface="Wingdings" panose="05000000000000000000" pitchFamily="2" charset="2"/>
        <a:buChar char="§"/>
        <a:defRPr sz="1800" kern="1200">
          <a:solidFill>
            <a:schemeClr val="tx1"/>
          </a:solidFill>
          <a:latin typeface="+mn-lt"/>
          <a:ea typeface="+mn-ea"/>
          <a:cs typeface="+mn-cs"/>
        </a:defRPr>
      </a:lvl4pPr>
      <a:lvl5pPr marL="1417320" indent="-283464" algn="l" defTabSz="914400" rtl="0" eaLnBrk="1" latinLnBrk="0" hangingPunct="1">
        <a:lnSpc>
          <a:spcPct val="90000"/>
        </a:lnSpc>
        <a:spcBef>
          <a:spcPts val="500"/>
        </a:spcBef>
        <a:buFont typeface="Wingdings" panose="05000000000000000000" pitchFamily="2" charset="2"/>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www.realtor.com/realestateandhomes-search/80246/type-single-family-home/sby-2" TargetMode="External"/><Relationship Id="rId2" Type="http://schemas.openxmlformats.org/officeDocument/2006/relationships/image" Target="../media/image3.jp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3" Type="http://schemas.openxmlformats.org/officeDocument/2006/relationships/customXml" Target="../ink/ink1.xml"/><Relationship Id="rId7" Type="http://schemas.openxmlformats.org/officeDocument/2006/relationships/customXml" Target="../ink/ink3.xml"/><Relationship Id="rId2" Type="http://schemas.openxmlformats.org/officeDocument/2006/relationships/image" Target="../media/image5.jpeg"/><Relationship Id="rId1" Type="http://schemas.openxmlformats.org/officeDocument/2006/relationships/slideLayout" Target="../slideLayouts/slideLayout11.xml"/><Relationship Id="rId6" Type="http://schemas.openxmlformats.org/officeDocument/2006/relationships/image" Target="../media/image7.png"/><Relationship Id="rId5" Type="http://schemas.openxmlformats.org/officeDocument/2006/relationships/customXml" Target="../ink/ink2.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customXml" Target="../ink/ink4.xml"/><Relationship Id="rId7" Type="http://schemas.openxmlformats.org/officeDocument/2006/relationships/customXml" Target="../ink/ink6.xml"/><Relationship Id="rId2" Type="http://schemas.openxmlformats.org/officeDocument/2006/relationships/image" Target="../media/image8.jpeg"/><Relationship Id="rId1" Type="http://schemas.openxmlformats.org/officeDocument/2006/relationships/slideLayout" Target="../slideLayouts/slideLayout11.xml"/><Relationship Id="rId6" Type="http://schemas.openxmlformats.org/officeDocument/2006/relationships/image" Target="../media/image7.png"/><Relationship Id="rId5" Type="http://schemas.openxmlformats.org/officeDocument/2006/relationships/customXml" Target="../ink/ink5.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8" Type="http://schemas.openxmlformats.org/officeDocument/2006/relationships/customXml" Target="../ink/ink10.xml"/><Relationship Id="rId13" Type="http://schemas.openxmlformats.org/officeDocument/2006/relationships/image" Target="../media/image13.png"/><Relationship Id="rId18" Type="http://schemas.openxmlformats.org/officeDocument/2006/relationships/customXml" Target="../ink/ink16.xml"/><Relationship Id="rId3" Type="http://schemas.openxmlformats.org/officeDocument/2006/relationships/customXml" Target="../ink/ink7.xml"/><Relationship Id="rId7" Type="http://schemas.openxmlformats.org/officeDocument/2006/relationships/customXml" Target="../ink/ink9.xml"/><Relationship Id="rId12" Type="http://schemas.openxmlformats.org/officeDocument/2006/relationships/customXml" Target="../ink/ink12.xml"/><Relationship Id="rId17" Type="http://schemas.openxmlformats.org/officeDocument/2006/relationships/image" Target="../media/image14.png"/><Relationship Id="rId2" Type="http://schemas.openxmlformats.org/officeDocument/2006/relationships/image" Target="../media/image10.jpeg"/><Relationship Id="rId16" Type="http://schemas.openxmlformats.org/officeDocument/2006/relationships/customXml" Target="../ink/ink15.xml"/><Relationship Id="rId1" Type="http://schemas.openxmlformats.org/officeDocument/2006/relationships/slideLayout" Target="../slideLayouts/slideLayout11.xml"/><Relationship Id="rId6" Type="http://schemas.openxmlformats.org/officeDocument/2006/relationships/image" Target="../media/image7.png"/><Relationship Id="rId11" Type="http://schemas.openxmlformats.org/officeDocument/2006/relationships/image" Target="../media/image12.png"/><Relationship Id="rId5" Type="http://schemas.openxmlformats.org/officeDocument/2006/relationships/customXml" Target="../ink/ink8.xml"/><Relationship Id="rId15" Type="http://schemas.openxmlformats.org/officeDocument/2006/relationships/customXml" Target="../ink/ink14.xml"/><Relationship Id="rId10" Type="http://schemas.openxmlformats.org/officeDocument/2006/relationships/customXml" Target="../ink/ink11.xml"/><Relationship Id="rId19" Type="http://schemas.openxmlformats.org/officeDocument/2006/relationships/image" Target="../media/image15.png"/><Relationship Id="rId4" Type="http://schemas.openxmlformats.org/officeDocument/2006/relationships/image" Target="../media/image6.png"/><Relationship Id="rId9" Type="http://schemas.openxmlformats.org/officeDocument/2006/relationships/image" Target="../media/image11.png"/><Relationship Id="rId14" Type="http://schemas.openxmlformats.org/officeDocument/2006/relationships/customXml" Target="../ink/ink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7B1341B-74CE-99E1-8A79-DB717AB6EAEF}"/>
              </a:ext>
            </a:extLst>
          </p:cNvPr>
          <p:cNvSpPr>
            <a:spLocks noGrp="1"/>
          </p:cNvSpPr>
          <p:nvPr>
            <p:ph type="ctrTitle"/>
          </p:nvPr>
        </p:nvSpPr>
        <p:spPr>
          <a:xfrm>
            <a:off x="1143000" y="3236976"/>
            <a:ext cx="10553700" cy="2386584"/>
          </a:xfrm>
        </p:spPr>
        <p:txBody>
          <a:bodyPr/>
          <a:lstStyle/>
          <a:p>
            <a:r>
              <a:rPr lang="en-US" sz="5400" dirty="0"/>
              <a:t>Exploratory data analysis in real estate pricing</a:t>
            </a:r>
          </a:p>
        </p:txBody>
      </p:sp>
      <p:sp>
        <p:nvSpPr>
          <p:cNvPr id="4" name="Subtitle 3">
            <a:extLst>
              <a:ext uri="{FF2B5EF4-FFF2-40B4-BE49-F238E27FC236}">
                <a16:creationId xmlns:a16="http://schemas.microsoft.com/office/drawing/2014/main" id="{D1867331-230D-9C0A-257F-D767A3E56A5E}"/>
              </a:ext>
            </a:extLst>
          </p:cNvPr>
          <p:cNvSpPr>
            <a:spLocks noGrp="1"/>
          </p:cNvSpPr>
          <p:nvPr>
            <p:ph type="subTitle" idx="1"/>
          </p:nvPr>
        </p:nvSpPr>
        <p:spPr/>
        <p:txBody>
          <a:bodyPr/>
          <a:lstStyle/>
          <a:p>
            <a:r>
              <a:rPr lang="en-US" dirty="0"/>
              <a:t>A presentation by Vaishali Luthra</a:t>
            </a:r>
          </a:p>
          <a:p>
            <a:endParaRPr lang="en-US" dirty="0"/>
          </a:p>
        </p:txBody>
      </p:sp>
      <p:pic>
        <p:nvPicPr>
          <p:cNvPr id="6" name="Picture Placeholder 5" descr="Statues along the edge of a bridge">
            <a:extLst>
              <a:ext uri="{FF2B5EF4-FFF2-40B4-BE49-F238E27FC236}">
                <a16:creationId xmlns:a16="http://schemas.microsoft.com/office/drawing/2014/main" id="{C260DAAE-F925-11DA-1392-452BA0DFE2E5}"/>
              </a:ext>
            </a:extLst>
          </p:cNvPr>
          <p:cNvPicPr>
            <a:picLocks noGrp="1" noChangeAspect="1"/>
          </p:cNvPicPr>
          <p:nvPr>
            <p:ph type="pic" sz="quarter" idx="10"/>
          </p:nvPr>
        </p:nvPicPr>
        <p:blipFill rotWithShape="1">
          <a:blip r:embed="rId2">
            <a:extLst>
              <a:ext uri="{BEBA8EAE-BF5A-486C-A8C5-ECC9F3942E4B}">
                <a14:imgProps xmlns:a14="http://schemas.microsoft.com/office/drawing/2010/main">
                  <a14:imgLayer r:embed="rId3">
                    <a14:imgEffect>
                      <a14:colorTemperature colorTemp="7552"/>
                    </a14:imgEffect>
                    <a14:imgEffect>
                      <a14:saturation sat="76000"/>
                    </a14:imgEffect>
                    <a14:imgEffect>
                      <a14:brightnessContrast bright="-13000" contrast="21000"/>
                    </a14:imgEffect>
                  </a14:imgLayer>
                </a14:imgProps>
              </a:ext>
            </a:extLst>
          </a:blip>
          <a:srcRect t="6" b="6"/>
          <a:stretch/>
        </p:blipFill>
        <p:spPr/>
      </p:pic>
    </p:spTree>
    <p:extLst>
      <p:ext uri="{BB962C8B-B14F-4D97-AF65-F5344CB8AC3E}">
        <p14:creationId xmlns:p14="http://schemas.microsoft.com/office/powerpoint/2010/main" val="14796282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dissolv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4"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500"/>
                                        <p:tgtEl>
                                          <p:spTgt spid="3"/>
                                        </p:tgtEl>
                                        <p:attrNameLst>
                                          <p:attrName>ppt_y</p:attrName>
                                        </p:attrNameLst>
                                      </p:cBhvr>
                                      <p:tavLst>
                                        <p:tav tm="0">
                                          <p:val>
                                            <p:strVal val="#ppt_y+#ppt_h*1.125000"/>
                                          </p:val>
                                        </p:tav>
                                        <p:tav tm="100000">
                                          <p:val>
                                            <p:strVal val="#ppt_y"/>
                                          </p:val>
                                        </p:tav>
                                      </p:tavLst>
                                    </p:anim>
                                    <p:animEffect transition="in" filter="wipe(up)">
                                      <p:cBhvr>
                                        <p:cTn id="13" dur="500"/>
                                        <p:tgtEl>
                                          <p:spTgt spid="3"/>
                                        </p:tgtEl>
                                      </p:cBhvr>
                                    </p:animEffect>
                                  </p:childTnLst>
                                </p:cTn>
                              </p:par>
                            </p:childTnLst>
                          </p:cTn>
                        </p:par>
                      </p:childTnLst>
                    </p:cTn>
                  </p:par>
                  <p:par>
                    <p:cTn id="14" fill="hold">
                      <p:stCondLst>
                        <p:cond delay="indefinite"/>
                      </p:stCondLst>
                      <p:childTnLst>
                        <p:par>
                          <p:cTn id="15" fill="hold">
                            <p:stCondLst>
                              <p:cond delay="0"/>
                            </p:stCondLst>
                            <p:childTnLst>
                              <p:par>
                                <p:cTn id="16" presetID="12" presetClass="entr" presetSubtype="4" fill="hold" grpId="0" nodeType="clickEffect">
                                  <p:stCondLst>
                                    <p:cond delay="0"/>
                                  </p:stCondLst>
                                  <p:childTnLst>
                                    <p:set>
                                      <p:cBhvr>
                                        <p:cTn id="17" dur="1" fill="hold">
                                          <p:stCondLst>
                                            <p:cond delay="0"/>
                                          </p:stCondLst>
                                        </p:cTn>
                                        <p:tgtEl>
                                          <p:spTgt spid="4">
                                            <p:txEl>
                                              <p:pRg st="0" end="0"/>
                                            </p:txEl>
                                          </p:spTgt>
                                        </p:tgtEl>
                                        <p:attrNameLst>
                                          <p:attrName>style.visibility</p:attrName>
                                        </p:attrNameLst>
                                      </p:cBhvr>
                                      <p:to>
                                        <p:strVal val="visible"/>
                                      </p:to>
                                    </p:set>
                                    <p:anim calcmode="lin" valueType="num">
                                      <p:cBhvr additive="base">
                                        <p:cTn id="18" dur="500"/>
                                        <p:tgtEl>
                                          <p:spTgt spid="4">
                                            <p:txEl>
                                              <p:pRg st="0" end="0"/>
                                            </p:txEl>
                                          </p:spTgt>
                                        </p:tgtEl>
                                        <p:attrNameLst>
                                          <p:attrName>ppt_y</p:attrName>
                                        </p:attrNameLst>
                                      </p:cBhvr>
                                      <p:tavLst>
                                        <p:tav tm="0">
                                          <p:val>
                                            <p:strVal val="#ppt_y+#ppt_h*1.125000"/>
                                          </p:val>
                                        </p:tav>
                                        <p:tav tm="100000">
                                          <p:val>
                                            <p:strVal val="#ppt_y"/>
                                          </p:val>
                                        </p:tav>
                                      </p:tavLst>
                                    </p:anim>
                                    <p:animEffect transition="in" filter="wipe(up)">
                                      <p:cBhvr>
                                        <p:cTn id="19" dur="500"/>
                                        <p:tgtEl>
                                          <p:spTgt spid="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DBBD9FBF-BDEA-E2A9-5AC0-F365EF1CA195}"/>
              </a:ext>
            </a:extLst>
          </p:cNvPr>
          <p:cNvSpPr>
            <a:spLocks noGrp="1"/>
          </p:cNvSpPr>
          <p:nvPr>
            <p:ph type="title"/>
          </p:nvPr>
        </p:nvSpPr>
        <p:spPr>
          <a:xfrm>
            <a:off x="6468282" y="-259941"/>
            <a:ext cx="4111620" cy="1595458"/>
          </a:xfrm>
        </p:spPr>
        <p:txBody>
          <a:bodyPr/>
          <a:lstStyle/>
          <a:p>
            <a:r>
              <a:rPr lang="en-US" sz="4800" dirty="0"/>
              <a:t>Agenda</a:t>
            </a:r>
          </a:p>
        </p:txBody>
      </p:sp>
      <p:pic>
        <p:nvPicPr>
          <p:cNvPr id="6" name="Picture Placeholder 5" descr="Lisbon rooftops">
            <a:extLst>
              <a:ext uri="{FF2B5EF4-FFF2-40B4-BE49-F238E27FC236}">
                <a16:creationId xmlns:a16="http://schemas.microsoft.com/office/drawing/2014/main" id="{51A06734-9234-687F-E232-56B8B04C890F}"/>
              </a:ext>
            </a:extLst>
          </p:cNvPr>
          <p:cNvPicPr>
            <a:picLocks noGrp="1" noChangeAspect="1"/>
          </p:cNvPicPr>
          <p:nvPr>
            <p:ph type="pic" sz="quarter" idx="13"/>
          </p:nvPr>
        </p:nvPicPr>
        <p:blipFill rotWithShape="1">
          <a:blip r:embed="rId2">
            <a:extLst>
              <a:ext uri="{BEBA8EAE-BF5A-486C-A8C5-ECC9F3942E4B}">
                <a14:imgProps xmlns:a14="http://schemas.microsoft.com/office/drawing/2010/main">
                  <a14:imgLayer r:embed="rId3">
                    <a14:imgEffect>
                      <a14:colorTemperature colorTemp="8162"/>
                    </a14:imgEffect>
                    <a14:imgEffect>
                      <a14:saturation sat="135000"/>
                    </a14:imgEffect>
                    <a14:imgEffect>
                      <a14:brightnessContrast bright="-14000" contrast="-38000"/>
                    </a14:imgEffect>
                  </a14:imgLayer>
                </a14:imgProps>
              </a:ext>
            </a:extLst>
          </a:blip>
          <a:srcRect l="35" r="35"/>
          <a:stretch/>
        </p:blipFill>
        <p:spPr>
          <a:xfrm>
            <a:off x="0" y="7621"/>
            <a:ext cx="4856184" cy="6850379"/>
          </a:xfrm>
        </p:spPr>
      </p:pic>
      <p:graphicFrame>
        <p:nvGraphicFramePr>
          <p:cNvPr id="11" name="Table 11">
            <a:extLst>
              <a:ext uri="{FF2B5EF4-FFF2-40B4-BE49-F238E27FC236}">
                <a16:creationId xmlns:a16="http://schemas.microsoft.com/office/drawing/2014/main" id="{0B69E8E6-9D16-D9E3-B5C1-6F6E6588BF6A}"/>
              </a:ext>
            </a:extLst>
          </p:cNvPr>
          <p:cNvGraphicFramePr>
            <a:graphicFrameLocks noGrp="1"/>
          </p:cNvGraphicFramePr>
          <p:nvPr>
            <p:ph idx="1"/>
            <p:extLst>
              <p:ext uri="{D42A27DB-BD31-4B8C-83A1-F6EECF244321}">
                <p14:modId xmlns:p14="http://schemas.microsoft.com/office/powerpoint/2010/main" val="3847315793"/>
              </p:ext>
            </p:extLst>
          </p:nvPr>
        </p:nvGraphicFramePr>
        <p:xfrm>
          <a:off x="4856164" y="893783"/>
          <a:ext cx="7335836" cy="8442960"/>
        </p:xfrm>
        <a:graphic>
          <a:graphicData uri="http://schemas.openxmlformats.org/drawingml/2006/table">
            <a:tbl>
              <a:tblPr firstRow="1" bandRow="1"/>
              <a:tblGrid>
                <a:gridCol w="797877">
                  <a:extLst>
                    <a:ext uri="{9D8B030D-6E8A-4147-A177-3AD203B41FA5}">
                      <a16:colId xmlns:a16="http://schemas.microsoft.com/office/drawing/2014/main" val="1680321436"/>
                    </a:ext>
                  </a:extLst>
                </a:gridCol>
                <a:gridCol w="6537959">
                  <a:extLst>
                    <a:ext uri="{9D8B030D-6E8A-4147-A177-3AD203B41FA5}">
                      <a16:colId xmlns:a16="http://schemas.microsoft.com/office/drawing/2014/main" val="1621479666"/>
                    </a:ext>
                  </a:extLst>
                </a:gridCol>
              </a:tblGrid>
              <a:tr h="822960">
                <a:tc>
                  <a:txBody>
                    <a:bodyPr/>
                    <a:lstStyle/>
                    <a:p>
                      <a:pPr algn="ctr"/>
                      <a:r>
                        <a:rPr lang="en-US" sz="2400" dirty="0">
                          <a:latin typeface="+mj-lt"/>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ap="flat" cmpd="sng" algn="ctr">
                      <a:noFill/>
                      <a:prstDash val="solid"/>
                      <a:round/>
                      <a:headEnd type="none" w="med" len="med"/>
                      <a:tailEnd type="none" w="med" len="me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a:latin typeface="Felix Titling" panose="020F0502020204030204" pitchFamily="34" charset="0"/>
                          <a:cs typeface="Felix Titling" panose="020F0502020204030204" pitchFamily="34" charset="0"/>
                        </a:rPr>
                        <a:t>                                                                  </a:t>
                      </a:r>
                      <a:r>
                        <a:rPr lang="en-US" sz="2200" dirty="0">
                          <a:latin typeface="Felix Titling" panose="020F0502020204030204" pitchFamily="34" charset="0"/>
                          <a:cs typeface="Felix Titling" panose="020F0502020204030204" pitchFamily="34" charset="0"/>
                        </a:rPr>
                        <a:t>Challenges Faced During the Project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2000" dirty="0">
                        <a:latin typeface="Felix Titling" panose="020F0502020204030204" pitchFamily="34" charset="0"/>
                        <a:cs typeface="Felix Titling" panose="020F0502020204030204" pitchFamily="34" charset="0"/>
                      </a:endParaRPr>
                    </a:p>
                  </a:txBody>
                  <a:tcPr marL="4114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ap="flat" cmpd="sng" algn="ctr">
                      <a:noFill/>
                      <a:prstDash val="solid"/>
                      <a:round/>
                      <a:headEnd type="none" w="med" len="med"/>
                      <a:tailEnd type="none" w="med" len="med"/>
                    </a:lnTlToBr>
                    <a:lnBlToTr w="12700" cmpd="sng">
                      <a:noFill/>
                      <a:prstDash val="solid"/>
                    </a:lnBlToTr>
                  </a:tcPr>
                </a:tc>
                <a:extLst>
                  <a:ext uri="{0D108BD9-81ED-4DB2-BD59-A6C34878D82A}">
                    <a16:rowId xmlns:a16="http://schemas.microsoft.com/office/drawing/2014/main" val="3448244635"/>
                  </a:ext>
                </a:extLst>
              </a:tr>
              <a:tr h="822960">
                <a:tc>
                  <a:txBody>
                    <a:bodyPr/>
                    <a:lstStyle/>
                    <a:p>
                      <a:pPr algn="ctr"/>
                      <a:r>
                        <a:rPr lang="en-US" sz="2400" dirty="0">
                          <a:latin typeface="+mj-lt"/>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ap="flat" cmpd="sng" algn="ctr">
                      <a:noFill/>
                      <a:prstDash val="solid"/>
                      <a:round/>
                      <a:headEnd type="none" w="med" len="med"/>
                      <a:tailEnd type="none" w="med" len="me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latin typeface="Felix Titling" panose="020F0502020204030204" pitchFamily="34" charset="0"/>
                          <a:cs typeface="Felix Titling" panose="020F0502020204030204" pitchFamily="34" charset="0"/>
                        </a:rPr>
                        <a:t>Sale Price Distribution</a:t>
                      </a:r>
                    </a:p>
                  </a:txBody>
                  <a:tcPr marL="4114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ap="flat" cmpd="sng" algn="ctr">
                      <a:noFill/>
                      <a:prstDash val="solid"/>
                      <a:round/>
                      <a:headEnd type="none" w="med" len="med"/>
                      <a:tailEnd type="none" w="med" len="med"/>
                    </a:lnTlToBr>
                    <a:lnBlToTr w="12700" cmpd="sng">
                      <a:noFill/>
                      <a:prstDash val="solid"/>
                    </a:lnBlToTr>
                  </a:tcPr>
                </a:tc>
                <a:extLst>
                  <a:ext uri="{0D108BD9-81ED-4DB2-BD59-A6C34878D82A}">
                    <a16:rowId xmlns:a16="http://schemas.microsoft.com/office/drawing/2014/main" val="3330913436"/>
                  </a:ext>
                </a:extLst>
              </a:tr>
              <a:tr h="822960">
                <a:tc>
                  <a:txBody>
                    <a:bodyPr/>
                    <a:lstStyle/>
                    <a:p>
                      <a:pPr algn="ctr"/>
                      <a:r>
                        <a:rPr lang="en-US" sz="2400" dirty="0">
                          <a:latin typeface="+mj-lt"/>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ap="flat" cmpd="sng" algn="ctr">
                      <a:noFill/>
                      <a:prstDash val="solid"/>
                      <a:round/>
                      <a:headEnd type="none" w="med" len="med"/>
                      <a:tailEnd type="none" w="med" len="me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latin typeface="Felix Titling" panose="020F0502020204030204" pitchFamily="34" charset="0"/>
                          <a:cs typeface="Felix Titling" panose="020F0502020204030204" pitchFamily="34" charset="0"/>
                        </a:rPr>
                        <a:t>Correlation analysis</a:t>
                      </a:r>
                    </a:p>
                  </a:txBody>
                  <a:tcPr marL="4114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ap="flat" cmpd="sng" algn="ctr">
                      <a:noFill/>
                      <a:prstDash val="solid"/>
                      <a:round/>
                      <a:headEnd type="none" w="med" len="med"/>
                      <a:tailEnd type="none" w="med" len="med"/>
                    </a:lnTlToBr>
                    <a:lnBlToTr w="12700" cmpd="sng">
                      <a:noFill/>
                      <a:prstDash val="solid"/>
                    </a:lnBlToTr>
                  </a:tcPr>
                </a:tc>
                <a:extLst>
                  <a:ext uri="{0D108BD9-81ED-4DB2-BD59-A6C34878D82A}">
                    <a16:rowId xmlns:a16="http://schemas.microsoft.com/office/drawing/2014/main" val="2408392374"/>
                  </a:ext>
                </a:extLst>
              </a:tr>
              <a:tr h="822960">
                <a:tc>
                  <a:txBody>
                    <a:bodyPr/>
                    <a:lstStyle/>
                    <a:p>
                      <a:pPr algn="ctr"/>
                      <a:r>
                        <a:rPr lang="en-US" sz="2400" dirty="0">
                          <a:latin typeface="+mj-lt"/>
                        </a:rPr>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ap="flat" cmpd="sng" algn="ctr">
                      <a:noFill/>
                      <a:prstDash val="solid"/>
                      <a:round/>
                      <a:headEnd type="none" w="med" len="med"/>
                      <a:tailEnd type="none" w="med" len="me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latin typeface="Felix Titling" panose="020F0502020204030204" pitchFamily="34" charset="0"/>
                          <a:cs typeface="Felix Titling" panose="020F0502020204030204" pitchFamily="34" charset="0"/>
                        </a:rPr>
                        <a:t>Size impact on house price</a:t>
                      </a:r>
                    </a:p>
                  </a:txBody>
                  <a:tcPr marL="4114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ap="flat" cmpd="sng" algn="ctr">
                      <a:noFill/>
                      <a:prstDash val="solid"/>
                      <a:round/>
                      <a:headEnd type="none" w="med" len="med"/>
                      <a:tailEnd type="none" w="med" len="med"/>
                    </a:lnTlToBr>
                    <a:lnBlToTr w="12700" cmpd="sng">
                      <a:noFill/>
                      <a:prstDash val="solid"/>
                    </a:lnBlToTr>
                  </a:tcPr>
                </a:tc>
                <a:extLst>
                  <a:ext uri="{0D108BD9-81ED-4DB2-BD59-A6C34878D82A}">
                    <a16:rowId xmlns:a16="http://schemas.microsoft.com/office/drawing/2014/main" val="291282632"/>
                  </a:ext>
                </a:extLst>
              </a:tr>
              <a:tr h="822960">
                <a:tc>
                  <a:txBody>
                    <a:bodyPr/>
                    <a:lstStyle/>
                    <a:p>
                      <a:pPr algn="ctr"/>
                      <a:r>
                        <a:rPr lang="en-US" sz="2400" dirty="0">
                          <a:latin typeface="+mj-lt"/>
                        </a:rPr>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ap="flat" cmpd="sng" algn="ctr">
                      <a:noFill/>
                      <a:prstDash val="solid"/>
                      <a:round/>
                      <a:headEnd type="none" w="med" len="med"/>
                      <a:tailEnd type="none" w="med" len="me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latin typeface="Felix Titling" panose="020F0502020204030204" pitchFamily="34" charset="0"/>
                          <a:cs typeface="Felix Titling" panose="020F0502020204030204" pitchFamily="34" charset="0"/>
                        </a:rPr>
                        <a:t>Market trends over time</a:t>
                      </a:r>
                    </a:p>
                  </a:txBody>
                  <a:tcPr marL="4114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ap="flat" cmpd="sng" algn="ctr">
                      <a:noFill/>
                      <a:prstDash val="solid"/>
                      <a:round/>
                      <a:headEnd type="none" w="med" len="med"/>
                      <a:tailEnd type="none" w="med" len="med"/>
                    </a:lnTlToBr>
                    <a:lnBlToTr w="12700" cmpd="sng">
                      <a:noFill/>
                      <a:prstDash val="solid"/>
                    </a:lnBlToTr>
                  </a:tcPr>
                </a:tc>
                <a:extLst>
                  <a:ext uri="{0D108BD9-81ED-4DB2-BD59-A6C34878D82A}">
                    <a16:rowId xmlns:a16="http://schemas.microsoft.com/office/drawing/2014/main" val="612909531"/>
                  </a:ext>
                </a:extLst>
              </a:tr>
              <a:tr h="822960">
                <a:tc>
                  <a:txBody>
                    <a:bodyPr/>
                    <a:lstStyle/>
                    <a:p>
                      <a:pPr algn="ctr"/>
                      <a:r>
                        <a:rPr lang="en-US" sz="2400" dirty="0">
                          <a:latin typeface="+mj-lt"/>
                        </a:rPr>
                        <a:t>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ap="flat" cmpd="sng" algn="ctr">
                      <a:noFill/>
                      <a:prstDash val="solid"/>
                      <a:round/>
                      <a:headEnd type="none" w="med" len="med"/>
                      <a:tailEnd type="none" w="med" len="me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latin typeface="Felix Titling" panose="020F0502020204030204" pitchFamily="34" charset="0"/>
                          <a:cs typeface="Felix Titling" panose="020F0502020204030204" pitchFamily="34" charset="0"/>
                        </a:rPr>
                        <a:t>Amenities impact on price</a:t>
                      </a:r>
                    </a:p>
                  </a:txBody>
                  <a:tcPr marL="4114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ap="flat" cmpd="sng" algn="ctr">
                      <a:noFill/>
                      <a:prstDash val="solid"/>
                      <a:round/>
                      <a:headEnd type="none" w="med" len="med"/>
                      <a:tailEnd type="none" w="med" len="med"/>
                    </a:lnTlToBr>
                    <a:lnBlToTr w="12700" cmpd="sng">
                      <a:noFill/>
                      <a:prstDash val="solid"/>
                    </a:lnBlToTr>
                  </a:tcPr>
                </a:tc>
                <a:extLst>
                  <a:ext uri="{0D108BD9-81ED-4DB2-BD59-A6C34878D82A}">
                    <a16:rowId xmlns:a16="http://schemas.microsoft.com/office/drawing/2014/main" val="2418910909"/>
                  </a:ext>
                </a:extLst>
              </a:tr>
              <a:tr h="822960">
                <a:tc>
                  <a:txBody>
                    <a:bodyPr/>
                    <a:lstStyle/>
                    <a:p>
                      <a:pPr algn="ctr"/>
                      <a:r>
                        <a:rPr lang="en-US" sz="2400" dirty="0">
                          <a:latin typeface="+mj-lt"/>
                        </a:rPr>
                        <a:t>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ap="flat" cmpd="sng" algn="ctr">
                      <a:noFill/>
                      <a:prstDash val="solid"/>
                      <a:round/>
                      <a:headEnd type="none" w="med" len="med"/>
                      <a:tailEnd type="none" w="med" len="me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latin typeface="Felix Titling" panose="020F0502020204030204" pitchFamily="34" charset="0"/>
                          <a:cs typeface="Felix Titling" panose="020F0502020204030204" pitchFamily="34" charset="0"/>
                        </a:rPr>
                        <a:t>conclusion</a:t>
                      </a:r>
                    </a:p>
                  </a:txBody>
                  <a:tcPr marL="4114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ap="flat" cmpd="sng" algn="ctr">
                      <a:noFill/>
                      <a:prstDash val="solid"/>
                      <a:round/>
                      <a:headEnd type="none" w="med" len="med"/>
                      <a:tailEnd type="none" w="med" len="med"/>
                    </a:lnTlToBr>
                    <a:lnBlToTr w="12700" cmpd="sng">
                      <a:noFill/>
                      <a:prstDash val="solid"/>
                    </a:lnBlToTr>
                  </a:tcPr>
                </a:tc>
                <a:extLst>
                  <a:ext uri="{0D108BD9-81ED-4DB2-BD59-A6C34878D82A}">
                    <a16:rowId xmlns:a16="http://schemas.microsoft.com/office/drawing/2014/main" val="2199675052"/>
                  </a:ext>
                </a:extLst>
              </a:tr>
              <a:tr h="822960">
                <a:tc>
                  <a:txBody>
                    <a:bodyPr/>
                    <a:lstStyle/>
                    <a:p>
                      <a:pPr algn="ctr"/>
                      <a:endParaRPr lang="en-US" sz="2400" dirty="0">
                        <a:latin typeface="+mj-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ap="flat" cmpd="sng" algn="ctr">
                      <a:noFill/>
                      <a:prstDash val="solid"/>
                      <a:round/>
                      <a:headEnd type="none" w="med" len="med"/>
                      <a:tailEnd type="none" w="med" len="me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2400" dirty="0">
                        <a:latin typeface="Felix Titling" panose="020F0502020204030204" pitchFamily="34" charset="0"/>
                        <a:cs typeface="Felix Titling" panose="020F0502020204030204" pitchFamily="34" charset="0"/>
                      </a:endParaRPr>
                    </a:p>
                  </a:txBody>
                  <a:tcPr marL="4114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ap="flat" cmpd="sng" algn="ctr">
                      <a:noFill/>
                      <a:prstDash val="solid"/>
                      <a:round/>
                      <a:headEnd type="none" w="med" len="med"/>
                      <a:tailEnd type="none" w="med" len="med"/>
                    </a:lnTlToBr>
                    <a:lnBlToTr w="12700" cmpd="sng">
                      <a:noFill/>
                      <a:prstDash val="solid"/>
                    </a:lnBlToTr>
                  </a:tcPr>
                </a:tc>
                <a:extLst>
                  <a:ext uri="{0D108BD9-81ED-4DB2-BD59-A6C34878D82A}">
                    <a16:rowId xmlns:a16="http://schemas.microsoft.com/office/drawing/2014/main" val="2637397146"/>
                  </a:ext>
                </a:extLst>
              </a:tr>
              <a:tr h="822960">
                <a:tc>
                  <a:txBody>
                    <a:bodyPr/>
                    <a:lstStyle/>
                    <a:p>
                      <a:pPr algn="ctr"/>
                      <a:endParaRPr lang="en-US" sz="2400" dirty="0">
                        <a:latin typeface="+mj-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ap="flat" cmpd="sng" algn="ctr">
                      <a:noFill/>
                      <a:prstDash val="solid"/>
                      <a:round/>
                      <a:headEnd type="none" w="med" len="med"/>
                      <a:tailEnd type="none" w="med" len="me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2400" dirty="0">
                        <a:latin typeface="Felix Titling" panose="020F0502020204030204" pitchFamily="34" charset="0"/>
                        <a:cs typeface="Felix Titling" panose="020F0502020204030204" pitchFamily="34" charset="0"/>
                      </a:endParaRPr>
                    </a:p>
                  </a:txBody>
                  <a:tcPr marL="4114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ap="flat" cmpd="sng" algn="ctr">
                      <a:noFill/>
                      <a:prstDash val="solid"/>
                      <a:round/>
                      <a:headEnd type="none" w="med" len="med"/>
                      <a:tailEnd type="none" w="med" len="med"/>
                    </a:lnTlToBr>
                    <a:lnBlToTr w="12700" cmpd="sng">
                      <a:noFill/>
                      <a:prstDash val="solid"/>
                    </a:lnBlToTr>
                  </a:tcPr>
                </a:tc>
                <a:extLst>
                  <a:ext uri="{0D108BD9-81ED-4DB2-BD59-A6C34878D82A}">
                    <a16:rowId xmlns:a16="http://schemas.microsoft.com/office/drawing/2014/main" val="1745022166"/>
                  </a:ext>
                </a:extLst>
              </a:tr>
              <a:tr h="822960">
                <a:tc>
                  <a:txBody>
                    <a:bodyPr/>
                    <a:lstStyle/>
                    <a:p>
                      <a:pPr algn="ctr"/>
                      <a:endParaRPr lang="en-US" sz="2400" dirty="0">
                        <a:latin typeface="+mj-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ap="flat" cmpd="sng" algn="ctr">
                      <a:noFill/>
                      <a:prstDash val="solid"/>
                      <a:round/>
                      <a:headEnd type="none" w="med" len="med"/>
                      <a:tailEnd type="none" w="med" len="me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2400" dirty="0">
                        <a:latin typeface="Felix Titling" panose="020F0502020204030204" pitchFamily="34" charset="0"/>
                        <a:cs typeface="Felix Titling" panose="020F0502020204030204" pitchFamily="34" charset="0"/>
                      </a:endParaRPr>
                    </a:p>
                  </a:txBody>
                  <a:tcPr marL="4114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ap="flat" cmpd="sng" algn="ctr">
                      <a:noFill/>
                      <a:prstDash val="solid"/>
                      <a:round/>
                      <a:headEnd type="none" w="med" len="med"/>
                      <a:tailEnd type="none" w="med" len="med"/>
                    </a:lnTlToBr>
                    <a:lnBlToTr w="12700" cmpd="sng">
                      <a:noFill/>
                      <a:prstDash val="solid"/>
                    </a:lnBlToTr>
                  </a:tcPr>
                </a:tc>
                <a:extLst>
                  <a:ext uri="{0D108BD9-81ED-4DB2-BD59-A6C34878D82A}">
                    <a16:rowId xmlns:a16="http://schemas.microsoft.com/office/drawing/2014/main" val="3681053378"/>
                  </a:ext>
                </a:extLst>
              </a:tr>
            </a:tbl>
          </a:graphicData>
        </a:graphic>
      </p:graphicFrame>
    </p:spTree>
    <p:extLst>
      <p:ext uri="{BB962C8B-B14F-4D97-AF65-F5344CB8AC3E}">
        <p14:creationId xmlns:p14="http://schemas.microsoft.com/office/powerpoint/2010/main" val="37012148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dissolve">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barn(inVertical)">
                                      <p:cBhvr>
                                        <p:cTn id="12"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59025BC-7A1A-3FAF-3BC0-13AF568A2A2E}"/>
              </a:ext>
            </a:extLst>
          </p:cNvPr>
          <p:cNvSpPr>
            <a:spLocks noGrp="1"/>
          </p:cNvSpPr>
          <p:nvPr>
            <p:ph type="title"/>
          </p:nvPr>
        </p:nvSpPr>
        <p:spPr>
          <a:xfrm>
            <a:off x="6638107" y="436160"/>
            <a:ext cx="4718304" cy="1645920"/>
          </a:xfrm>
        </p:spPr>
        <p:txBody>
          <a:bodyPr/>
          <a:lstStyle/>
          <a:p>
            <a:r>
              <a:rPr lang="en-US" dirty="0"/>
              <a:t>INTRODUCTION</a:t>
            </a:r>
          </a:p>
        </p:txBody>
      </p:sp>
      <p:pic>
        <p:nvPicPr>
          <p:cNvPr id="6" name="Picture Placeholder 5">
            <a:extLst>
              <a:ext uri="{FF2B5EF4-FFF2-40B4-BE49-F238E27FC236}">
                <a16:creationId xmlns:a16="http://schemas.microsoft.com/office/drawing/2014/main" id="{E06013D7-A986-C5B1-63AC-31DEC6FB89F8}"/>
              </a:ext>
            </a:extLst>
          </p:cNvPr>
          <p:cNvPicPr>
            <a:picLocks noGrp="1" noChangeAspect="1"/>
          </p:cNvPicPr>
          <p:nvPr>
            <p:ph type="pic" sz="quarter" idx="13"/>
          </p:nvPr>
        </p:nvPicPr>
        <p:blipFill>
          <a:blip r:embed="rId2">
            <a:extLst>
              <a:ext uri="{837473B0-CC2E-450A-ABE3-18F120FF3D39}">
                <a1611:picAttrSrcUrl xmlns:a1611="http://schemas.microsoft.com/office/drawing/2016/11/main" r:id="rId3"/>
              </a:ext>
            </a:extLst>
          </a:blip>
          <a:srcRect l="16050" r="16050"/>
          <a:stretch/>
        </p:blipFill>
        <p:spPr>
          <a:xfrm>
            <a:off x="835589" y="959253"/>
            <a:ext cx="4773088" cy="4939493"/>
          </a:xfrm>
        </p:spPr>
      </p:pic>
      <p:sp>
        <p:nvSpPr>
          <p:cNvPr id="4" name="Content Placeholder 3">
            <a:extLst>
              <a:ext uri="{FF2B5EF4-FFF2-40B4-BE49-F238E27FC236}">
                <a16:creationId xmlns:a16="http://schemas.microsoft.com/office/drawing/2014/main" id="{E752DFB8-B7A2-DE8A-3E38-FC3170612720}"/>
              </a:ext>
            </a:extLst>
          </p:cNvPr>
          <p:cNvSpPr>
            <a:spLocks noGrp="1"/>
          </p:cNvSpPr>
          <p:nvPr>
            <p:ph idx="1"/>
          </p:nvPr>
        </p:nvSpPr>
        <p:spPr>
          <a:xfrm>
            <a:off x="6296732" y="2177142"/>
            <a:ext cx="5301343" cy="2137524"/>
          </a:xfrm>
        </p:spPr>
        <p:txBody>
          <a:bodyPr/>
          <a:lstStyle/>
          <a:p>
            <a:r>
              <a:rPr lang="en-US" sz="1600" dirty="0"/>
              <a:t>The real estate market is complex and influenced by several factors such as property size, location, amenities, quality, and market conditions. Accurately determining house prices requires a deep understanding of how these variables interact with each other.</a:t>
            </a:r>
          </a:p>
          <a:p>
            <a:r>
              <a:rPr lang="en-US" sz="1600" dirty="0"/>
              <a:t>In this project, Exploratory Data Analysis (EDA) is performed on a housing dataset to identify the key factors affecting house prices. Various data visualization and statistical techniques are used to uncover patterns, relationships, and trends within the data.</a:t>
            </a:r>
          </a:p>
          <a:p>
            <a:r>
              <a:rPr lang="en-US" sz="1600" dirty="0"/>
              <a:t>The objective of this analysis is to support data-driven decision-making in real estate pricing and to provide meaningful insights that can help improve valuation strategies.</a:t>
            </a:r>
          </a:p>
        </p:txBody>
      </p:sp>
      <p:sp>
        <p:nvSpPr>
          <p:cNvPr id="11" name="Slide Number Placeholder 10">
            <a:extLst>
              <a:ext uri="{FF2B5EF4-FFF2-40B4-BE49-F238E27FC236}">
                <a16:creationId xmlns:a16="http://schemas.microsoft.com/office/drawing/2014/main" id="{3A127E98-F085-5A66-9D65-E2BAC77B0E66}"/>
              </a:ext>
            </a:extLst>
          </p:cNvPr>
          <p:cNvSpPr>
            <a:spLocks noGrp="1"/>
          </p:cNvSpPr>
          <p:nvPr>
            <p:ph type="sldNum" sz="quarter" idx="12"/>
          </p:nvPr>
        </p:nvSpPr>
        <p:spPr/>
        <p:txBody>
          <a:bodyPr/>
          <a:lstStyle/>
          <a:p>
            <a:fld id="{84D792B7-0397-C047-AE12-1A03F7E3DC83}" type="slidenum">
              <a:rPr lang="en-US" smtClean="0"/>
              <a:pPr/>
              <a:t>3</a:t>
            </a:fld>
            <a:endParaRPr lang="en-US" dirty="0"/>
          </a:p>
        </p:txBody>
      </p:sp>
    </p:spTree>
    <p:extLst>
      <p:ext uri="{BB962C8B-B14F-4D97-AF65-F5344CB8AC3E}">
        <p14:creationId xmlns:p14="http://schemas.microsoft.com/office/powerpoint/2010/main" val="31688526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dissolv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4">
                                            <p:txEl>
                                              <p:pRg st="0" end="0"/>
                                            </p:txEl>
                                          </p:spTgt>
                                        </p:tgtEl>
                                        <p:attrNameLst>
                                          <p:attrName>style.visibility</p:attrName>
                                        </p:attrNameLst>
                                      </p:cBhvr>
                                      <p:to>
                                        <p:strVal val="visible"/>
                                      </p:to>
                                    </p:set>
                                    <p:anim calcmode="lin" valueType="num">
                                      <p:cBhvr additive="base">
                                        <p:cTn id="12"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4">
                                            <p:txEl>
                                              <p:pRg st="1" end="1"/>
                                            </p:txEl>
                                          </p:spTgt>
                                        </p:tgtEl>
                                        <p:attrNameLst>
                                          <p:attrName>style.visibility</p:attrName>
                                        </p:attrNameLst>
                                      </p:cBhvr>
                                      <p:to>
                                        <p:strVal val="visible"/>
                                      </p:to>
                                    </p:set>
                                    <p:anim calcmode="lin" valueType="num">
                                      <p:cBhvr additive="base">
                                        <p:cTn id="18" dur="500" fill="hold"/>
                                        <p:tgtEl>
                                          <p:spTgt spid="4">
                                            <p:txEl>
                                              <p:pRg st="1" end="1"/>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4">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grpId="0" nodeType="clickEffect">
                                  <p:stCondLst>
                                    <p:cond delay="0"/>
                                  </p:stCondLst>
                                  <p:childTnLst>
                                    <p:set>
                                      <p:cBhvr>
                                        <p:cTn id="23" dur="1" fill="hold">
                                          <p:stCondLst>
                                            <p:cond delay="0"/>
                                          </p:stCondLst>
                                        </p:cTn>
                                        <p:tgtEl>
                                          <p:spTgt spid="4">
                                            <p:txEl>
                                              <p:pRg st="2" end="2"/>
                                            </p:txEl>
                                          </p:spTgt>
                                        </p:tgtEl>
                                        <p:attrNameLst>
                                          <p:attrName>style.visibility</p:attrName>
                                        </p:attrNameLst>
                                      </p:cBhvr>
                                      <p:to>
                                        <p:strVal val="visible"/>
                                      </p:to>
                                    </p:set>
                                    <p:anim calcmode="lin" valueType="num">
                                      <p:cBhvr additive="base">
                                        <p:cTn id="24" dur="500" fill="hold"/>
                                        <p:tgtEl>
                                          <p:spTgt spid="4">
                                            <p:txEl>
                                              <p:pRg st="2" end="2"/>
                                            </p:txEl>
                                          </p:spTgt>
                                        </p:tgtEl>
                                        <p:attrNameLst>
                                          <p:attrName>ppt_x</p:attrName>
                                        </p:attrNameLst>
                                      </p:cBhvr>
                                      <p:tavLst>
                                        <p:tav tm="0">
                                          <p:val>
                                            <p:strVal val="#ppt_x"/>
                                          </p:val>
                                        </p:tav>
                                        <p:tav tm="100000">
                                          <p:val>
                                            <p:strVal val="#ppt_x"/>
                                          </p:val>
                                        </p:tav>
                                      </p:tavLst>
                                    </p:anim>
                                    <p:anim calcmode="lin" valueType="num">
                                      <p:cBhvr additive="base">
                                        <p:cTn id="25" dur="500" fill="hold"/>
                                        <p:tgtEl>
                                          <p:spTgt spid="4">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7008789-8D5C-35C3-4116-40899E785E62}"/>
              </a:ext>
            </a:extLst>
          </p:cNvPr>
          <p:cNvSpPr>
            <a:spLocks noGrp="1"/>
          </p:cNvSpPr>
          <p:nvPr>
            <p:ph type="title"/>
          </p:nvPr>
        </p:nvSpPr>
        <p:spPr>
          <a:xfrm>
            <a:off x="466553" y="66046"/>
            <a:ext cx="11256264" cy="969264"/>
          </a:xfrm>
        </p:spPr>
        <p:txBody>
          <a:bodyPr/>
          <a:lstStyle/>
          <a:p>
            <a:r>
              <a:rPr lang="en-US" dirty="0"/>
              <a:t>Challenges Faced During the Project</a:t>
            </a:r>
          </a:p>
        </p:txBody>
      </p:sp>
      <p:sp>
        <p:nvSpPr>
          <p:cNvPr id="28" name="Text Placeholder 27">
            <a:extLst>
              <a:ext uri="{FF2B5EF4-FFF2-40B4-BE49-F238E27FC236}">
                <a16:creationId xmlns:a16="http://schemas.microsoft.com/office/drawing/2014/main" id="{591EEFEC-79B8-34B1-A486-E13D8CB1D3C6}"/>
              </a:ext>
            </a:extLst>
          </p:cNvPr>
          <p:cNvSpPr>
            <a:spLocks noGrp="1"/>
          </p:cNvSpPr>
          <p:nvPr>
            <p:ph type="body" sz="quarter" idx="27"/>
          </p:nvPr>
        </p:nvSpPr>
        <p:spPr>
          <a:xfrm>
            <a:off x="256976" y="4904682"/>
            <a:ext cx="512064" cy="512064"/>
          </a:xfrm>
        </p:spPr>
        <p:txBody>
          <a:bodyPr/>
          <a:lstStyle/>
          <a:p>
            <a:r>
              <a:rPr lang="en-US" dirty="0"/>
              <a:t>2</a:t>
            </a:r>
          </a:p>
        </p:txBody>
      </p:sp>
      <p:sp>
        <p:nvSpPr>
          <p:cNvPr id="22" name="Content Placeholder 21">
            <a:extLst>
              <a:ext uri="{FF2B5EF4-FFF2-40B4-BE49-F238E27FC236}">
                <a16:creationId xmlns:a16="http://schemas.microsoft.com/office/drawing/2014/main" id="{89A8F527-A476-D33C-5292-F9F968A8DCB8}"/>
              </a:ext>
            </a:extLst>
          </p:cNvPr>
          <p:cNvSpPr>
            <a:spLocks noGrp="1"/>
          </p:cNvSpPr>
          <p:nvPr>
            <p:ph idx="21"/>
          </p:nvPr>
        </p:nvSpPr>
        <p:spPr>
          <a:xfrm>
            <a:off x="869549" y="1802860"/>
            <a:ext cx="4219699" cy="532461"/>
          </a:xfrm>
        </p:spPr>
        <p:txBody>
          <a:bodyPr/>
          <a:lstStyle/>
          <a:p>
            <a:r>
              <a:rPr lang="en-US" dirty="0"/>
              <a:t>Understanding a dataset with large number of features and identifying the most important variables influencing house prices.</a:t>
            </a:r>
          </a:p>
        </p:txBody>
      </p:sp>
      <p:sp>
        <p:nvSpPr>
          <p:cNvPr id="14" name="Content Placeholder 13">
            <a:extLst>
              <a:ext uri="{FF2B5EF4-FFF2-40B4-BE49-F238E27FC236}">
                <a16:creationId xmlns:a16="http://schemas.microsoft.com/office/drawing/2014/main" id="{87A81DEE-36A8-8E83-7586-77EF3AA44492}"/>
              </a:ext>
            </a:extLst>
          </p:cNvPr>
          <p:cNvSpPr>
            <a:spLocks noGrp="1"/>
          </p:cNvSpPr>
          <p:nvPr>
            <p:ph idx="13"/>
          </p:nvPr>
        </p:nvSpPr>
        <p:spPr>
          <a:xfrm>
            <a:off x="5634474" y="1959491"/>
            <a:ext cx="2843784" cy="1827340"/>
          </a:xfrm>
        </p:spPr>
        <p:txBody>
          <a:bodyPr/>
          <a:lstStyle/>
          <a:p>
            <a:r>
              <a:rPr lang="en-US" dirty="0"/>
              <a:t>Handling missing values, duplicate records, and inconsistent data types during data cleaning.</a:t>
            </a:r>
          </a:p>
        </p:txBody>
      </p:sp>
      <p:sp>
        <p:nvSpPr>
          <p:cNvPr id="18" name="Content Placeholder 17">
            <a:extLst>
              <a:ext uri="{FF2B5EF4-FFF2-40B4-BE49-F238E27FC236}">
                <a16:creationId xmlns:a16="http://schemas.microsoft.com/office/drawing/2014/main" id="{420E684B-901E-703B-0B33-8BAA174DCF44}"/>
              </a:ext>
            </a:extLst>
          </p:cNvPr>
          <p:cNvSpPr>
            <a:spLocks noGrp="1"/>
          </p:cNvSpPr>
          <p:nvPr>
            <p:ph idx="17"/>
          </p:nvPr>
        </p:nvSpPr>
        <p:spPr>
          <a:xfrm>
            <a:off x="5816919" y="4953373"/>
            <a:ext cx="2843784" cy="1645950"/>
          </a:xfrm>
        </p:spPr>
        <p:txBody>
          <a:bodyPr/>
          <a:lstStyle/>
          <a:p>
            <a:r>
              <a:rPr lang="en-US" dirty="0"/>
              <a:t>Analyzing market trends without a complete date column, which required year-wise aggregation.</a:t>
            </a:r>
          </a:p>
        </p:txBody>
      </p:sp>
      <p:sp>
        <p:nvSpPr>
          <p:cNvPr id="27" name="Text Placeholder 26">
            <a:extLst>
              <a:ext uri="{FF2B5EF4-FFF2-40B4-BE49-F238E27FC236}">
                <a16:creationId xmlns:a16="http://schemas.microsoft.com/office/drawing/2014/main" id="{3A18FB64-03FF-94A9-83EA-3239585DA9F8}"/>
              </a:ext>
            </a:extLst>
          </p:cNvPr>
          <p:cNvSpPr>
            <a:spLocks noGrp="1"/>
          </p:cNvSpPr>
          <p:nvPr>
            <p:ph type="body" sz="quarter" idx="26"/>
          </p:nvPr>
        </p:nvSpPr>
        <p:spPr>
          <a:xfrm>
            <a:off x="6744831" y="4071986"/>
            <a:ext cx="636289" cy="639026"/>
          </a:xfrm>
        </p:spPr>
        <p:txBody>
          <a:bodyPr/>
          <a:lstStyle/>
          <a:p>
            <a:r>
              <a:rPr lang="en-US" dirty="0"/>
              <a:t>4</a:t>
            </a:r>
          </a:p>
        </p:txBody>
      </p:sp>
      <p:sp>
        <p:nvSpPr>
          <p:cNvPr id="13" name="Content Placeholder 12">
            <a:extLst>
              <a:ext uri="{FF2B5EF4-FFF2-40B4-BE49-F238E27FC236}">
                <a16:creationId xmlns:a16="http://schemas.microsoft.com/office/drawing/2014/main" id="{40957F64-81E7-85C4-C3BA-C0E4733187CF}"/>
              </a:ext>
            </a:extLst>
          </p:cNvPr>
          <p:cNvSpPr>
            <a:spLocks noGrp="1"/>
          </p:cNvSpPr>
          <p:nvPr>
            <p:ph idx="1"/>
          </p:nvPr>
        </p:nvSpPr>
        <p:spPr>
          <a:xfrm>
            <a:off x="9144000" y="1925535"/>
            <a:ext cx="2843784" cy="1827340"/>
          </a:xfrm>
        </p:spPr>
        <p:txBody>
          <a:bodyPr/>
          <a:lstStyle/>
          <a:p>
            <a:r>
              <a:rPr lang="en-US" dirty="0"/>
              <a:t>Selecting appropriate visualizations to clearly represent relationships between features and sale price.</a:t>
            </a:r>
          </a:p>
        </p:txBody>
      </p:sp>
      <p:sp>
        <p:nvSpPr>
          <p:cNvPr id="24" name="Text Placeholder 23">
            <a:extLst>
              <a:ext uri="{FF2B5EF4-FFF2-40B4-BE49-F238E27FC236}">
                <a16:creationId xmlns:a16="http://schemas.microsoft.com/office/drawing/2014/main" id="{BFCE275E-DEC7-8BE6-16C8-BF6EC3D71708}"/>
              </a:ext>
            </a:extLst>
          </p:cNvPr>
          <p:cNvSpPr>
            <a:spLocks noGrp="1"/>
          </p:cNvSpPr>
          <p:nvPr>
            <p:ph type="body" sz="quarter" idx="23"/>
          </p:nvPr>
        </p:nvSpPr>
        <p:spPr>
          <a:xfrm>
            <a:off x="10106611" y="1171924"/>
            <a:ext cx="677527" cy="630936"/>
          </a:xfrm>
        </p:spPr>
        <p:txBody>
          <a:bodyPr/>
          <a:lstStyle/>
          <a:p>
            <a:r>
              <a:rPr lang="en-US" dirty="0"/>
              <a:t>5</a:t>
            </a:r>
          </a:p>
        </p:txBody>
      </p:sp>
      <p:sp>
        <p:nvSpPr>
          <p:cNvPr id="17" name="Content Placeholder 16">
            <a:extLst>
              <a:ext uri="{FF2B5EF4-FFF2-40B4-BE49-F238E27FC236}">
                <a16:creationId xmlns:a16="http://schemas.microsoft.com/office/drawing/2014/main" id="{E43D535A-42E0-89A0-974B-6D70A6F7BFB0}"/>
              </a:ext>
            </a:extLst>
          </p:cNvPr>
          <p:cNvSpPr>
            <a:spLocks noGrp="1"/>
          </p:cNvSpPr>
          <p:nvPr>
            <p:ph idx="16"/>
          </p:nvPr>
        </p:nvSpPr>
        <p:spPr>
          <a:xfrm>
            <a:off x="9144000" y="4771716"/>
            <a:ext cx="2843784" cy="1645950"/>
          </a:xfrm>
        </p:spPr>
        <p:txBody>
          <a:bodyPr/>
          <a:lstStyle/>
          <a:p>
            <a:r>
              <a:rPr lang="en-US" dirty="0"/>
              <a:t>Interpreting insights in a business-oriented manner rather than just technical result</a:t>
            </a:r>
          </a:p>
        </p:txBody>
      </p:sp>
      <p:sp>
        <p:nvSpPr>
          <p:cNvPr id="25" name="Text Placeholder 24">
            <a:extLst>
              <a:ext uri="{FF2B5EF4-FFF2-40B4-BE49-F238E27FC236}">
                <a16:creationId xmlns:a16="http://schemas.microsoft.com/office/drawing/2014/main" id="{EED55D36-A275-E604-BF57-9CF0376FA993}"/>
              </a:ext>
            </a:extLst>
          </p:cNvPr>
          <p:cNvSpPr>
            <a:spLocks noGrp="1"/>
          </p:cNvSpPr>
          <p:nvPr>
            <p:ph type="body" sz="quarter" idx="24"/>
          </p:nvPr>
        </p:nvSpPr>
        <p:spPr>
          <a:xfrm>
            <a:off x="10233225" y="4046429"/>
            <a:ext cx="665334" cy="690140"/>
          </a:xfrm>
        </p:spPr>
        <p:txBody>
          <a:bodyPr/>
          <a:lstStyle/>
          <a:p>
            <a:r>
              <a:rPr lang="en-US" dirty="0"/>
              <a:t>6</a:t>
            </a:r>
          </a:p>
        </p:txBody>
      </p:sp>
      <p:sp>
        <p:nvSpPr>
          <p:cNvPr id="56" name="Slide Number Placeholder 55">
            <a:extLst>
              <a:ext uri="{FF2B5EF4-FFF2-40B4-BE49-F238E27FC236}">
                <a16:creationId xmlns:a16="http://schemas.microsoft.com/office/drawing/2014/main" id="{E5AABDF8-B356-3937-740C-BF125AAAF489}"/>
              </a:ext>
            </a:extLst>
          </p:cNvPr>
          <p:cNvSpPr>
            <a:spLocks noGrp="1"/>
          </p:cNvSpPr>
          <p:nvPr>
            <p:ph type="sldNum" sz="quarter" idx="12"/>
          </p:nvPr>
        </p:nvSpPr>
        <p:spPr/>
        <p:txBody>
          <a:bodyPr/>
          <a:lstStyle/>
          <a:p>
            <a:fld id="{84D792B7-0397-C047-AE12-1A03F7E3DC83}" type="slidenum">
              <a:rPr lang="en-US" smtClean="0"/>
              <a:t>4</a:t>
            </a:fld>
            <a:endParaRPr lang="en-US" dirty="0"/>
          </a:p>
        </p:txBody>
      </p:sp>
      <p:cxnSp>
        <p:nvCxnSpPr>
          <p:cNvPr id="11" name="Straight Connector 10">
            <a:extLst>
              <a:ext uri="{FF2B5EF4-FFF2-40B4-BE49-F238E27FC236}">
                <a16:creationId xmlns:a16="http://schemas.microsoft.com/office/drawing/2014/main" id="{3013BDBF-D5EA-4782-198D-105F692943B3}"/>
              </a:ext>
            </a:extLst>
          </p:cNvPr>
          <p:cNvCxnSpPr>
            <a:cxnSpLocks/>
          </p:cNvCxnSpPr>
          <p:nvPr/>
        </p:nvCxnSpPr>
        <p:spPr>
          <a:xfrm flipH="1">
            <a:off x="-511629" y="3831772"/>
            <a:ext cx="6069948" cy="0"/>
          </a:xfrm>
          <a:prstGeom prst="line">
            <a:avLst/>
          </a:prstGeom>
        </p:spPr>
        <p:style>
          <a:lnRef idx="2">
            <a:schemeClr val="accent2"/>
          </a:lnRef>
          <a:fillRef idx="0">
            <a:schemeClr val="accent2"/>
          </a:fillRef>
          <a:effectRef idx="1">
            <a:schemeClr val="accent2"/>
          </a:effectRef>
          <a:fontRef idx="minor">
            <a:schemeClr val="tx1"/>
          </a:fontRef>
        </p:style>
      </p:cxnSp>
      <p:sp>
        <p:nvSpPr>
          <p:cNvPr id="29" name="Text Placeholder 27">
            <a:extLst>
              <a:ext uri="{FF2B5EF4-FFF2-40B4-BE49-F238E27FC236}">
                <a16:creationId xmlns:a16="http://schemas.microsoft.com/office/drawing/2014/main" id="{CB130192-EFC0-D517-9D7B-F885045325B8}"/>
              </a:ext>
            </a:extLst>
          </p:cNvPr>
          <p:cNvSpPr txBox="1">
            <a:spLocks/>
          </p:cNvSpPr>
          <p:nvPr/>
        </p:nvSpPr>
        <p:spPr>
          <a:xfrm>
            <a:off x="256976" y="2122208"/>
            <a:ext cx="512064" cy="512064"/>
          </a:xfrm>
          <a:prstGeom prst="ellipse">
            <a:avLst/>
          </a:prstGeom>
          <a:ln w="15875">
            <a:solidFill>
              <a:schemeClr val="tx1"/>
            </a:solidFill>
          </a:ln>
        </p:spPr>
        <p:txBody>
          <a:bodyPr vert="horz" lIns="0" tIns="0" rIns="0" bIns="0" rtlCol="0" anchor="ctr">
            <a:noAutofit/>
          </a:bodyPr>
          <a:lstStyle>
            <a:lvl1pPr marL="0" indent="0" algn="ctr" defTabSz="914400" rtl="0" eaLnBrk="1" latinLnBrk="0" hangingPunct="1">
              <a:lnSpc>
                <a:spcPct val="90000"/>
              </a:lnSpc>
              <a:spcBef>
                <a:spcPts val="1000"/>
              </a:spcBef>
              <a:buFont typeface="Wingdings" panose="05000000000000000000" pitchFamily="2" charset="2"/>
              <a:buNone/>
              <a:defRPr sz="1600" kern="1200">
                <a:solidFill>
                  <a:schemeClr val="tx1"/>
                </a:solidFill>
                <a:latin typeface="+mj-lt"/>
                <a:ea typeface="+mn-ea"/>
                <a:cs typeface="+mn-cs"/>
              </a:defRPr>
            </a:lvl1pPr>
            <a:lvl2pPr marL="566928" indent="-283464" algn="l" defTabSz="914400" rtl="0" eaLnBrk="1" latinLnBrk="0" hangingPunct="1">
              <a:lnSpc>
                <a:spcPct val="90000"/>
              </a:lnSpc>
              <a:spcBef>
                <a:spcPts val="500"/>
              </a:spcBef>
              <a:buFont typeface="Wingdings" panose="05000000000000000000" pitchFamily="2" charset="2"/>
              <a:buChar char="§"/>
              <a:defRPr sz="2400" kern="1200">
                <a:solidFill>
                  <a:schemeClr val="tx1"/>
                </a:solidFill>
                <a:latin typeface="+mn-lt"/>
                <a:ea typeface="+mn-ea"/>
                <a:cs typeface="+mn-cs"/>
              </a:defRPr>
            </a:lvl2pPr>
            <a:lvl3pPr marL="850392" indent="-283464" algn="l" defTabSz="914400" rtl="0" eaLnBrk="1" latinLnBrk="0" hangingPunct="1">
              <a:lnSpc>
                <a:spcPct val="90000"/>
              </a:lnSpc>
              <a:spcBef>
                <a:spcPts val="500"/>
              </a:spcBef>
              <a:buFont typeface="Wingdings" panose="05000000000000000000" pitchFamily="2" charset="2"/>
              <a:buChar char="§"/>
              <a:defRPr sz="2000" kern="1200">
                <a:solidFill>
                  <a:schemeClr val="tx1"/>
                </a:solidFill>
                <a:latin typeface="+mn-lt"/>
                <a:ea typeface="+mn-ea"/>
                <a:cs typeface="+mn-cs"/>
              </a:defRPr>
            </a:lvl3pPr>
            <a:lvl4pPr marL="1133856" indent="-283464" algn="l" defTabSz="914400" rtl="0" eaLnBrk="1" latinLnBrk="0" hangingPunct="1">
              <a:lnSpc>
                <a:spcPct val="90000"/>
              </a:lnSpc>
              <a:spcBef>
                <a:spcPts val="500"/>
              </a:spcBef>
              <a:buFont typeface="Wingdings" panose="05000000000000000000" pitchFamily="2" charset="2"/>
              <a:buChar char="§"/>
              <a:defRPr sz="1800" kern="1200">
                <a:solidFill>
                  <a:schemeClr val="tx1"/>
                </a:solidFill>
                <a:latin typeface="+mn-lt"/>
                <a:ea typeface="+mn-ea"/>
                <a:cs typeface="+mn-cs"/>
              </a:defRPr>
            </a:lvl4pPr>
            <a:lvl5pPr marL="1417320" indent="-283464" algn="l" defTabSz="914400" rtl="0" eaLnBrk="1" latinLnBrk="0" hangingPunct="1">
              <a:lnSpc>
                <a:spcPct val="90000"/>
              </a:lnSpc>
              <a:spcBef>
                <a:spcPts val="500"/>
              </a:spcBef>
              <a:buFont typeface="Wingdings" panose="05000000000000000000" pitchFamily="2" charset="2"/>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1</a:t>
            </a:r>
          </a:p>
        </p:txBody>
      </p:sp>
      <p:sp>
        <p:nvSpPr>
          <p:cNvPr id="31" name="TextBox 30">
            <a:extLst>
              <a:ext uri="{FF2B5EF4-FFF2-40B4-BE49-F238E27FC236}">
                <a16:creationId xmlns:a16="http://schemas.microsoft.com/office/drawing/2014/main" id="{2F26618A-8A9C-6616-BB46-F91A45C9AC83}"/>
              </a:ext>
            </a:extLst>
          </p:cNvPr>
          <p:cNvSpPr txBox="1"/>
          <p:nvPr/>
        </p:nvSpPr>
        <p:spPr>
          <a:xfrm>
            <a:off x="869549" y="4643590"/>
            <a:ext cx="4219699" cy="923330"/>
          </a:xfrm>
          <a:prstGeom prst="rect">
            <a:avLst/>
          </a:prstGeom>
          <a:noFill/>
        </p:spPr>
        <p:txBody>
          <a:bodyPr wrap="square" rtlCol="0">
            <a:spAutoFit/>
          </a:bodyPr>
          <a:lstStyle/>
          <a:p>
            <a:r>
              <a:rPr lang="en-US" dirty="0"/>
              <a:t>Performing feature engineering to derive meaningful attributes such as price per square foot and house age.</a:t>
            </a:r>
          </a:p>
        </p:txBody>
      </p:sp>
      <p:sp>
        <p:nvSpPr>
          <p:cNvPr id="36" name="Text Placeholder 25">
            <a:extLst>
              <a:ext uri="{FF2B5EF4-FFF2-40B4-BE49-F238E27FC236}">
                <a16:creationId xmlns:a16="http://schemas.microsoft.com/office/drawing/2014/main" id="{4EFB6609-591A-6F69-7D2C-EC275346F5B8}"/>
              </a:ext>
            </a:extLst>
          </p:cNvPr>
          <p:cNvSpPr txBox="1">
            <a:spLocks/>
          </p:cNvSpPr>
          <p:nvPr/>
        </p:nvSpPr>
        <p:spPr>
          <a:xfrm>
            <a:off x="6618188" y="1143397"/>
            <a:ext cx="620812" cy="623463"/>
          </a:xfrm>
          <a:prstGeom prst="ellipse">
            <a:avLst/>
          </a:prstGeom>
          <a:ln w="15875">
            <a:solidFill>
              <a:schemeClr val="tx1"/>
            </a:solidFill>
          </a:ln>
        </p:spPr>
        <p:txBody>
          <a:bodyPr vert="horz" lIns="0" tIns="0" rIns="0" bIns="0" rtlCol="0" anchor="ctr">
            <a:noAutofit/>
          </a:bodyPr>
          <a:lstStyle>
            <a:lvl1pPr marL="0" indent="0" algn="ctr" defTabSz="914400" rtl="0" eaLnBrk="1" latinLnBrk="0" hangingPunct="1">
              <a:lnSpc>
                <a:spcPct val="90000"/>
              </a:lnSpc>
              <a:spcBef>
                <a:spcPts val="1000"/>
              </a:spcBef>
              <a:buFont typeface="Wingdings" panose="05000000000000000000" pitchFamily="2" charset="2"/>
              <a:buNone/>
              <a:defRPr sz="1600" kern="1200">
                <a:solidFill>
                  <a:schemeClr val="tx1"/>
                </a:solidFill>
                <a:latin typeface="+mj-lt"/>
                <a:ea typeface="+mn-ea"/>
                <a:cs typeface="+mn-cs"/>
              </a:defRPr>
            </a:lvl1pPr>
            <a:lvl2pPr marL="566928" indent="-283464" algn="l" defTabSz="914400" rtl="0" eaLnBrk="1" latinLnBrk="0" hangingPunct="1">
              <a:lnSpc>
                <a:spcPct val="90000"/>
              </a:lnSpc>
              <a:spcBef>
                <a:spcPts val="500"/>
              </a:spcBef>
              <a:buFont typeface="Wingdings" panose="05000000000000000000" pitchFamily="2" charset="2"/>
              <a:buChar char="§"/>
              <a:defRPr sz="2400" kern="1200">
                <a:solidFill>
                  <a:schemeClr val="tx1"/>
                </a:solidFill>
                <a:latin typeface="+mn-lt"/>
                <a:ea typeface="+mn-ea"/>
                <a:cs typeface="+mn-cs"/>
              </a:defRPr>
            </a:lvl2pPr>
            <a:lvl3pPr marL="850392" indent="-283464" algn="l" defTabSz="914400" rtl="0" eaLnBrk="1" latinLnBrk="0" hangingPunct="1">
              <a:lnSpc>
                <a:spcPct val="90000"/>
              </a:lnSpc>
              <a:spcBef>
                <a:spcPts val="500"/>
              </a:spcBef>
              <a:buFont typeface="Wingdings" panose="05000000000000000000" pitchFamily="2" charset="2"/>
              <a:buChar char="§"/>
              <a:defRPr sz="2000" kern="1200">
                <a:solidFill>
                  <a:schemeClr val="tx1"/>
                </a:solidFill>
                <a:latin typeface="+mn-lt"/>
                <a:ea typeface="+mn-ea"/>
                <a:cs typeface="+mn-cs"/>
              </a:defRPr>
            </a:lvl3pPr>
            <a:lvl4pPr marL="1133856" indent="-283464" algn="l" defTabSz="914400" rtl="0" eaLnBrk="1" latinLnBrk="0" hangingPunct="1">
              <a:lnSpc>
                <a:spcPct val="90000"/>
              </a:lnSpc>
              <a:spcBef>
                <a:spcPts val="500"/>
              </a:spcBef>
              <a:buFont typeface="Wingdings" panose="05000000000000000000" pitchFamily="2" charset="2"/>
              <a:buChar char="§"/>
              <a:defRPr sz="1800" kern="1200">
                <a:solidFill>
                  <a:schemeClr val="tx1"/>
                </a:solidFill>
                <a:latin typeface="+mn-lt"/>
                <a:ea typeface="+mn-ea"/>
                <a:cs typeface="+mn-cs"/>
              </a:defRPr>
            </a:lvl4pPr>
            <a:lvl5pPr marL="1417320" indent="-283464" algn="l" defTabSz="914400" rtl="0" eaLnBrk="1" latinLnBrk="0" hangingPunct="1">
              <a:lnSpc>
                <a:spcPct val="90000"/>
              </a:lnSpc>
              <a:spcBef>
                <a:spcPts val="500"/>
              </a:spcBef>
              <a:buFont typeface="Wingdings" panose="05000000000000000000" pitchFamily="2" charset="2"/>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3</a:t>
            </a:r>
          </a:p>
        </p:txBody>
      </p:sp>
    </p:spTree>
    <p:extLst>
      <p:ext uri="{BB962C8B-B14F-4D97-AF65-F5344CB8AC3E}">
        <p14:creationId xmlns:p14="http://schemas.microsoft.com/office/powerpoint/2010/main" val="16995960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dissolv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29"/>
                                        </p:tgtEl>
                                        <p:attrNameLst>
                                          <p:attrName>style.visibility</p:attrName>
                                        </p:attrNameLst>
                                      </p:cBhvr>
                                      <p:to>
                                        <p:strVal val="visible"/>
                                      </p:to>
                                    </p:set>
                                    <p:animEffect transition="in" filter="dissolve">
                                      <p:cBhvr>
                                        <p:cTn id="12" dur="500"/>
                                        <p:tgtEl>
                                          <p:spTgt spid="29"/>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22">
                                            <p:txEl>
                                              <p:pRg st="0" end="0"/>
                                            </p:txEl>
                                          </p:spTgt>
                                        </p:tgtEl>
                                        <p:attrNameLst>
                                          <p:attrName>style.visibility</p:attrName>
                                        </p:attrNameLst>
                                      </p:cBhvr>
                                      <p:to>
                                        <p:strVal val="visible"/>
                                      </p:to>
                                    </p:set>
                                    <p:animEffect transition="in" filter="dissolve">
                                      <p:cBhvr>
                                        <p:cTn id="17" dur="500"/>
                                        <p:tgtEl>
                                          <p:spTgt spid="22">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28">
                                            <p:bg/>
                                          </p:spTgt>
                                        </p:tgtEl>
                                        <p:attrNameLst>
                                          <p:attrName>style.visibility</p:attrName>
                                        </p:attrNameLst>
                                      </p:cBhvr>
                                      <p:to>
                                        <p:strVal val="visible"/>
                                      </p:to>
                                    </p:set>
                                    <p:animEffect transition="in" filter="dissolve">
                                      <p:cBhvr>
                                        <p:cTn id="22" dur="500"/>
                                        <p:tgtEl>
                                          <p:spTgt spid="28">
                                            <p:bg/>
                                          </p:spTgt>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28">
                                            <p:txEl>
                                              <p:pRg st="0" end="0"/>
                                            </p:txEl>
                                          </p:spTgt>
                                        </p:tgtEl>
                                        <p:attrNameLst>
                                          <p:attrName>style.visibility</p:attrName>
                                        </p:attrNameLst>
                                      </p:cBhvr>
                                      <p:to>
                                        <p:strVal val="visible"/>
                                      </p:to>
                                    </p:set>
                                    <p:animEffect transition="in" filter="dissolve">
                                      <p:cBhvr>
                                        <p:cTn id="27" dur="500"/>
                                        <p:tgtEl>
                                          <p:spTgt spid="28">
                                            <p:txEl>
                                              <p:pRg st="0" end="0"/>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31"/>
                                        </p:tgtEl>
                                        <p:attrNameLst>
                                          <p:attrName>style.visibility</p:attrName>
                                        </p:attrNameLst>
                                      </p:cBhvr>
                                      <p:to>
                                        <p:strVal val="visible"/>
                                      </p:to>
                                    </p:set>
                                    <p:animEffect transition="in" filter="dissolve">
                                      <p:cBhvr>
                                        <p:cTn id="32" dur="500"/>
                                        <p:tgtEl>
                                          <p:spTgt spid="31"/>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grpId="0" nodeType="clickEffect">
                                  <p:stCondLst>
                                    <p:cond delay="0"/>
                                  </p:stCondLst>
                                  <p:childTnLst>
                                    <p:set>
                                      <p:cBhvr>
                                        <p:cTn id="36" dur="1" fill="hold">
                                          <p:stCondLst>
                                            <p:cond delay="0"/>
                                          </p:stCondLst>
                                        </p:cTn>
                                        <p:tgtEl>
                                          <p:spTgt spid="36"/>
                                        </p:tgtEl>
                                        <p:attrNameLst>
                                          <p:attrName>style.visibility</p:attrName>
                                        </p:attrNameLst>
                                      </p:cBhvr>
                                      <p:to>
                                        <p:strVal val="visible"/>
                                      </p:to>
                                    </p:set>
                                    <p:animEffect transition="in" filter="dissolve">
                                      <p:cBhvr>
                                        <p:cTn id="37" dur="500"/>
                                        <p:tgtEl>
                                          <p:spTgt spid="36"/>
                                        </p:tgtEl>
                                      </p:cBhvr>
                                    </p:animEffect>
                                  </p:childTnLst>
                                </p:cTn>
                              </p:par>
                            </p:childTnLst>
                          </p:cTn>
                        </p:par>
                      </p:childTnLst>
                    </p:cTn>
                  </p:par>
                  <p:par>
                    <p:cTn id="38" fill="hold">
                      <p:stCondLst>
                        <p:cond delay="indefinite"/>
                      </p:stCondLst>
                      <p:childTnLst>
                        <p:par>
                          <p:cTn id="39" fill="hold">
                            <p:stCondLst>
                              <p:cond delay="0"/>
                            </p:stCondLst>
                            <p:childTnLst>
                              <p:par>
                                <p:cTn id="40" presetID="9" presetClass="entr" presetSubtype="0" fill="hold" grpId="0" nodeType="clickEffect">
                                  <p:stCondLst>
                                    <p:cond delay="0"/>
                                  </p:stCondLst>
                                  <p:childTnLst>
                                    <p:set>
                                      <p:cBhvr>
                                        <p:cTn id="41" dur="1" fill="hold">
                                          <p:stCondLst>
                                            <p:cond delay="0"/>
                                          </p:stCondLst>
                                        </p:cTn>
                                        <p:tgtEl>
                                          <p:spTgt spid="14">
                                            <p:txEl>
                                              <p:pRg st="0" end="0"/>
                                            </p:txEl>
                                          </p:spTgt>
                                        </p:tgtEl>
                                        <p:attrNameLst>
                                          <p:attrName>style.visibility</p:attrName>
                                        </p:attrNameLst>
                                      </p:cBhvr>
                                      <p:to>
                                        <p:strVal val="visible"/>
                                      </p:to>
                                    </p:set>
                                    <p:animEffect transition="in" filter="dissolve">
                                      <p:cBhvr>
                                        <p:cTn id="42" dur="500"/>
                                        <p:tgtEl>
                                          <p:spTgt spid="14">
                                            <p:txEl>
                                              <p:pRg st="0" end="0"/>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9" presetClass="entr" presetSubtype="0" fill="hold" grpId="0" nodeType="clickEffect">
                                  <p:stCondLst>
                                    <p:cond delay="0"/>
                                  </p:stCondLst>
                                  <p:childTnLst>
                                    <p:set>
                                      <p:cBhvr>
                                        <p:cTn id="46" dur="1" fill="hold">
                                          <p:stCondLst>
                                            <p:cond delay="0"/>
                                          </p:stCondLst>
                                        </p:cTn>
                                        <p:tgtEl>
                                          <p:spTgt spid="27">
                                            <p:bg/>
                                          </p:spTgt>
                                        </p:tgtEl>
                                        <p:attrNameLst>
                                          <p:attrName>style.visibility</p:attrName>
                                        </p:attrNameLst>
                                      </p:cBhvr>
                                      <p:to>
                                        <p:strVal val="visible"/>
                                      </p:to>
                                    </p:set>
                                    <p:animEffect transition="in" filter="dissolve">
                                      <p:cBhvr>
                                        <p:cTn id="47" dur="500"/>
                                        <p:tgtEl>
                                          <p:spTgt spid="27">
                                            <p:bg/>
                                          </p:spTgt>
                                        </p:tgtEl>
                                      </p:cBhvr>
                                    </p:animEffect>
                                  </p:childTnLst>
                                </p:cTn>
                              </p:par>
                            </p:childTnLst>
                          </p:cTn>
                        </p:par>
                      </p:childTnLst>
                    </p:cTn>
                  </p:par>
                  <p:par>
                    <p:cTn id="48" fill="hold">
                      <p:stCondLst>
                        <p:cond delay="indefinite"/>
                      </p:stCondLst>
                      <p:childTnLst>
                        <p:par>
                          <p:cTn id="49" fill="hold">
                            <p:stCondLst>
                              <p:cond delay="0"/>
                            </p:stCondLst>
                            <p:childTnLst>
                              <p:par>
                                <p:cTn id="50" presetID="9" presetClass="entr" presetSubtype="0" fill="hold" grpId="0" nodeType="clickEffect">
                                  <p:stCondLst>
                                    <p:cond delay="0"/>
                                  </p:stCondLst>
                                  <p:childTnLst>
                                    <p:set>
                                      <p:cBhvr>
                                        <p:cTn id="51" dur="1" fill="hold">
                                          <p:stCondLst>
                                            <p:cond delay="0"/>
                                          </p:stCondLst>
                                        </p:cTn>
                                        <p:tgtEl>
                                          <p:spTgt spid="27">
                                            <p:txEl>
                                              <p:pRg st="0" end="0"/>
                                            </p:txEl>
                                          </p:spTgt>
                                        </p:tgtEl>
                                        <p:attrNameLst>
                                          <p:attrName>style.visibility</p:attrName>
                                        </p:attrNameLst>
                                      </p:cBhvr>
                                      <p:to>
                                        <p:strVal val="visible"/>
                                      </p:to>
                                    </p:set>
                                    <p:animEffect transition="in" filter="dissolve">
                                      <p:cBhvr>
                                        <p:cTn id="52" dur="500"/>
                                        <p:tgtEl>
                                          <p:spTgt spid="27">
                                            <p:txEl>
                                              <p:pRg st="0" end="0"/>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9" presetClass="entr" presetSubtype="0" fill="hold" grpId="0" nodeType="clickEffect">
                                  <p:stCondLst>
                                    <p:cond delay="0"/>
                                  </p:stCondLst>
                                  <p:childTnLst>
                                    <p:set>
                                      <p:cBhvr>
                                        <p:cTn id="56" dur="1" fill="hold">
                                          <p:stCondLst>
                                            <p:cond delay="0"/>
                                          </p:stCondLst>
                                        </p:cTn>
                                        <p:tgtEl>
                                          <p:spTgt spid="18">
                                            <p:txEl>
                                              <p:pRg st="0" end="0"/>
                                            </p:txEl>
                                          </p:spTgt>
                                        </p:tgtEl>
                                        <p:attrNameLst>
                                          <p:attrName>style.visibility</p:attrName>
                                        </p:attrNameLst>
                                      </p:cBhvr>
                                      <p:to>
                                        <p:strVal val="visible"/>
                                      </p:to>
                                    </p:set>
                                    <p:animEffect transition="in" filter="dissolve">
                                      <p:cBhvr>
                                        <p:cTn id="57" dur="500"/>
                                        <p:tgtEl>
                                          <p:spTgt spid="18">
                                            <p:txEl>
                                              <p:pRg st="0" end="0"/>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9" presetClass="entr" presetSubtype="0" fill="hold" grpId="0" nodeType="clickEffect">
                                  <p:stCondLst>
                                    <p:cond delay="0"/>
                                  </p:stCondLst>
                                  <p:childTnLst>
                                    <p:set>
                                      <p:cBhvr>
                                        <p:cTn id="61" dur="1" fill="hold">
                                          <p:stCondLst>
                                            <p:cond delay="0"/>
                                          </p:stCondLst>
                                        </p:cTn>
                                        <p:tgtEl>
                                          <p:spTgt spid="24">
                                            <p:bg/>
                                          </p:spTgt>
                                        </p:tgtEl>
                                        <p:attrNameLst>
                                          <p:attrName>style.visibility</p:attrName>
                                        </p:attrNameLst>
                                      </p:cBhvr>
                                      <p:to>
                                        <p:strVal val="visible"/>
                                      </p:to>
                                    </p:set>
                                    <p:animEffect transition="in" filter="dissolve">
                                      <p:cBhvr>
                                        <p:cTn id="62" dur="500"/>
                                        <p:tgtEl>
                                          <p:spTgt spid="24">
                                            <p:bg/>
                                          </p:spTgt>
                                        </p:tgtEl>
                                      </p:cBhvr>
                                    </p:animEffect>
                                  </p:childTnLst>
                                </p:cTn>
                              </p:par>
                            </p:childTnLst>
                          </p:cTn>
                        </p:par>
                      </p:childTnLst>
                    </p:cTn>
                  </p:par>
                  <p:par>
                    <p:cTn id="63" fill="hold">
                      <p:stCondLst>
                        <p:cond delay="indefinite"/>
                      </p:stCondLst>
                      <p:childTnLst>
                        <p:par>
                          <p:cTn id="64" fill="hold">
                            <p:stCondLst>
                              <p:cond delay="0"/>
                            </p:stCondLst>
                            <p:childTnLst>
                              <p:par>
                                <p:cTn id="65" presetID="9" presetClass="entr" presetSubtype="0" fill="hold" grpId="0" nodeType="clickEffect">
                                  <p:stCondLst>
                                    <p:cond delay="0"/>
                                  </p:stCondLst>
                                  <p:childTnLst>
                                    <p:set>
                                      <p:cBhvr>
                                        <p:cTn id="66" dur="1" fill="hold">
                                          <p:stCondLst>
                                            <p:cond delay="0"/>
                                          </p:stCondLst>
                                        </p:cTn>
                                        <p:tgtEl>
                                          <p:spTgt spid="24">
                                            <p:txEl>
                                              <p:pRg st="0" end="0"/>
                                            </p:txEl>
                                          </p:spTgt>
                                        </p:tgtEl>
                                        <p:attrNameLst>
                                          <p:attrName>style.visibility</p:attrName>
                                        </p:attrNameLst>
                                      </p:cBhvr>
                                      <p:to>
                                        <p:strVal val="visible"/>
                                      </p:to>
                                    </p:set>
                                    <p:animEffect transition="in" filter="dissolve">
                                      <p:cBhvr>
                                        <p:cTn id="67" dur="500"/>
                                        <p:tgtEl>
                                          <p:spTgt spid="24">
                                            <p:txEl>
                                              <p:pRg st="0" end="0"/>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9" presetClass="entr" presetSubtype="0" fill="hold" grpId="0" nodeType="clickEffect">
                                  <p:stCondLst>
                                    <p:cond delay="0"/>
                                  </p:stCondLst>
                                  <p:childTnLst>
                                    <p:set>
                                      <p:cBhvr>
                                        <p:cTn id="71" dur="1" fill="hold">
                                          <p:stCondLst>
                                            <p:cond delay="0"/>
                                          </p:stCondLst>
                                        </p:cTn>
                                        <p:tgtEl>
                                          <p:spTgt spid="13">
                                            <p:txEl>
                                              <p:pRg st="0" end="0"/>
                                            </p:txEl>
                                          </p:spTgt>
                                        </p:tgtEl>
                                        <p:attrNameLst>
                                          <p:attrName>style.visibility</p:attrName>
                                        </p:attrNameLst>
                                      </p:cBhvr>
                                      <p:to>
                                        <p:strVal val="visible"/>
                                      </p:to>
                                    </p:set>
                                    <p:animEffect transition="in" filter="dissolve">
                                      <p:cBhvr>
                                        <p:cTn id="72" dur="500"/>
                                        <p:tgtEl>
                                          <p:spTgt spid="13">
                                            <p:txEl>
                                              <p:pRg st="0" end="0"/>
                                            </p:txEl>
                                          </p:spTgt>
                                        </p:tgtEl>
                                      </p:cBhvr>
                                    </p:animEffect>
                                  </p:childTnLst>
                                </p:cTn>
                              </p:par>
                            </p:childTnLst>
                          </p:cTn>
                        </p:par>
                      </p:childTnLst>
                    </p:cTn>
                  </p:par>
                  <p:par>
                    <p:cTn id="73" fill="hold">
                      <p:stCondLst>
                        <p:cond delay="indefinite"/>
                      </p:stCondLst>
                      <p:childTnLst>
                        <p:par>
                          <p:cTn id="74" fill="hold">
                            <p:stCondLst>
                              <p:cond delay="0"/>
                            </p:stCondLst>
                            <p:childTnLst>
                              <p:par>
                                <p:cTn id="75" presetID="9" presetClass="entr" presetSubtype="0" fill="hold" grpId="0" nodeType="clickEffect">
                                  <p:stCondLst>
                                    <p:cond delay="0"/>
                                  </p:stCondLst>
                                  <p:childTnLst>
                                    <p:set>
                                      <p:cBhvr>
                                        <p:cTn id="76" dur="1" fill="hold">
                                          <p:stCondLst>
                                            <p:cond delay="0"/>
                                          </p:stCondLst>
                                        </p:cTn>
                                        <p:tgtEl>
                                          <p:spTgt spid="25">
                                            <p:bg/>
                                          </p:spTgt>
                                        </p:tgtEl>
                                        <p:attrNameLst>
                                          <p:attrName>style.visibility</p:attrName>
                                        </p:attrNameLst>
                                      </p:cBhvr>
                                      <p:to>
                                        <p:strVal val="visible"/>
                                      </p:to>
                                    </p:set>
                                    <p:animEffect transition="in" filter="dissolve">
                                      <p:cBhvr>
                                        <p:cTn id="77" dur="500"/>
                                        <p:tgtEl>
                                          <p:spTgt spid="25">
                                            <p:bg/>
                                          </p:spTgt>
                                        </p:tgtEl>
                                      </p:cBhvr>
                                    </p:animEffect>
                                  </p:childTnLst>
                                </p:cTn>
                              </p:par>
                            </p:childTnLst>
                          </p:cTn>
                        </p:par>
                      </p:childTnLst>
                    </p:cTn>
                  </p:par>
                  <p:par>
                    <p:cTn id="78" fill="hold">
                      <p:stCondLst>
                        <p:cond delay="indefinite"/>
                      </p:stCondLst>
                      <p:childTnLst>
                        <p:par>
                          <p:cTn id="79" fill="hold">
                            <p:stCondLst>
                              <p:cond delay="0"/>
                            </p:stCondLst>
                            <p:childTnLst>
                              <p:par>
                                <p:cTn id="80" presetID="9" presetClass="entr" presetSubtype="0" fill="hold" grpId="0" nodeType="clickEffect">
                                  <p:stCondLst>
                                    <p:cond delay="0"/>
                                  </p:stCondLst>
                                  <p:childTnLst>
                                    <p:set>
                                      <p:cBhvr>
                                        <p:cTn id="81" dur="1" fill="hold">
                                          <p:stCondLst>
                                            <p:cond delay="0"/>
                                          </p:stCondLst>
                                        </p:cTn>
                                        <p:tgtEl>
                                          <p:spTgt spid="25">
                                            <p:txEl>
                                              <p:pRg st="0" end="0"/>
                                            </p:txEl>
                                          </p:spTgt>
                                        </p:tgtEl>
                                        <p:attrNameLst>
                                          <p:attrName>style.visibility</p:attrName>
                                        </p:attrNameLst>
                                      </p:cBhvr>
                                      <p:to>
                                        <p:strVal val="visible"/>
                                      </p:to>
                                    </p:set>
                                    <p:animEffect transition="in" filter="dissolve">
                                      <p:cBhvr>
                                        <p:cTn id="82" dur="500"/>
                                        <p:tgtEl>
                                          <p:spTgt spid="25">
                                            <p:txEl>
                                              <p:pRg st="0" end="0"/>
                                            </p:txEl>
                                          </p:spTgt>
                                        </p:tgtEl>
                                      </p:cBhvr>
                                    </p:animEffect>
                                  </p:childTnLst>
                                </p:cTn>
                              </p:par>
                            </p:childTnLst>
                          </p:cTn>
                        </p:par>
                      </p:childTnLst>
                    </p:cTn>
                  </p:par>
                  <p:par>
                    <p:cTn id="83" fill="hold">
                      <p:stCondLst>
                        <p:cond delay="indefinite"/>
                      </p:stCondLst>
                      <p:childTnLst>
                        <p:par>
                          <p:cTn id="84" fill="hold">
                            <p:stCondLst>
                              <p:cond delay="0"/>
                            </p:stCondLst>
                            <p:childTnLst>
                              <p:par>
                                <p:cTn id="85" presetID="9" presetClass="entr" presetSubtype="0" fill="hold" grpId="0" nodeType="clickEffect">
                                  <p:stCondLst>
                                    <p:cond delay="0"/>
                                  </p:stCondLst>
                                  <p:childTnLst>
                                    <p:set>
                                      <p:cBhvr>
                                        <p:cTn id="86" dur="1" fill="hold">
                                          <p:stCondLst>
                                            <p:cond delay="0"/>
                                          </p:stCondLst>
                                        </p:cTn>
                                        <p:tgtEl>
                                          <p:spTgt spid="17">
                                            <p:txEl>
                                              <p:pRg st="0" end="0"/>
                                            </p:txEl>
                                          </p:spTgt>
                                        </p:tgtEl>
                                        <p:attrNameLst>
                                          <p:attrName>style.visibility</p:attrName>
                                        </p:attrNameLst>
                                      </p:cBhvr>
                                      <p:to>
                                        <p:strVal val="visible"/>
                                      </p:to>
                                    </p:set>
                                    <p:animEffect transition="in" filter="dissolve">
                                      <p:cBhvr>
                                        <p:cTn id="87" dur="500"/>
                                        <p:tgtEl>
                                          <p:spTgt spid="1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8" grpId="0" build="p" animBg="1"/>
      <p:bldP spid="22" grpId="0" build="p"/>
      <p:bldP spid="14" grpId="0" build="p"/>
      <p:bldP spid="18" grpId="0" build="p"/>
      <p:bldP spid="27" grpId="0" build="p" animBg="1"/>
      <p:bldP spid="13" grpId="0" build="p"/>
      <p:bldP spid="24" grpId="0" build="p" animBg="1"/>
      <p:bldP spid="17" grpId="0" build="p"/>
      <p:bldP spid="25" grpId="0" build="p" animBg="1"/>
      <p:bldP spid="29" grpId="0" animBg="1"/>
      <p:bldP spid="31" grpId="0"/>
      <p:bldP spid="36"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1FABF6-1972-8C3B-5D73-E4CDBE11483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404E81C-767C-27D9-D180-73A418742089}"/>
              </a:ext>
            </a:extLst>
          </p:cNvPr>
          <p:cNvSpPr>
            <a:spLocks noGrp="1"/>
          </p:cNvSpPr>
          <p:nvPr>
            <p:ph type="title"/>
          </p:nvPr>
        </p:nvSpPr>
        <p:spPr>
          <a:xfrm>
            <a:off x="6170885" y="905265"/>
            <a:ext cx="8742970" cy="969264"/>
          </a:xfrm>
        </p:spPr>
        <p:txBody>
          <a:bodyPr/>
          <a:lstStyle/>
          <a:p>
            <a:r>
              <a:rPr lang="en-US" sz="3600" dirty="0"/>
              <a:t>Sale Price Distribution</a:t>
            </a:r>
          </a:p>
        </p:txBody>
      </p:sp>
      <p:pic>
        <p:nvPicPr>
          <p:cNvPr id="50" name="Picture Placeholder 49">
            <a:extLst>
              <a:ext uri="{FF2B5EF4-FFF2-40B4-BE49-F238E27FC236}">
                <a16:creationId xmlns:a16="http://schemas.microsoft.com/office/drawing/2014/main" id="{EB858316-FCDE-4909-1C0D-D52381D54022}"/>
              </a:ext>
            </a:extLst>
          </p:cNvPr>
          <p:cNvPicPr>
            <a:picLocks noGrp="1" noChangeAspect="1"/>
          </p:cNvPicPr>
          <p:nvPr>
            <p:ph type="pic" sz="quarter" idx="13"/>
          </p:nvPr>
        </p:nvPicPr>
        <p:blipFill>
          <a:blip r:embed="rId2"/>
          <a:srcRect l="-1899" r="-623"/>
          <a:stretch>
            <a:fillRect/>
          </a:stretch>
        </p:blipFill>
        <p:spPr>
          <a:xfrm>
            <a:off x="74884" y="1604921"/>
            <a:ext cx="6021116" cy="4292599"/>
          </a:xfrm>
        </p:spPr>
      </p:pic>
      <p:sp>
        <p:nvSpPr>
          <p:cNvPr id="4" name="Content Placeholder 3">
            <a:extLst>
              <a:ext uri="{FF2B5EF4-FFF2-40B4-BE49-F238E27FC236}">
                <a16:creationId xmlns:a16="http://schemas.microsoft.com/office/drawing/2014/main" id="{17A930F5-76E4-4E17-9BCF-73670963ECE9}"/>
              </a:ext>
            </a:extLst>
          </p:cNvPr>
          <p:cNvSpPr>
            <a:spLocks noGrp="1"/>
          </p:cNvSpPr>
          <p:nvPr>
            <p:ph sz="half" idx="2"/>
          </p:nvPr>
        </p:nvSpPr>
        <p:spPr>
          <a:xfrm>
            <a:off x="6589712" y="2190936"/>
            <a:ext cx="5157787" cy="2029968"/>
          </a:xfrm>
        </p:spPr>
        <p:txBody>
          <a:bodyPr/>
          <a:lstStyle/>
          <a:p>
            <a:r>
              <a:rPr lang="en-US" sz="2400" dirty="0"/>
              <a:t>This plot shows the distribution of house sale prices. The distribution is right-skewed, indicating that most houses are priced in the lower to mid range, with a few high-value properties acting as outliers. Identifying these outliers is important for understanding market extremes and pricing variability.</a:t>
            </a:r>
          </a:p>
        </p:txBody>
      </p:sp>
      <p:sp>
        <p:nvSpPr>
          <p:cNvPr id="15" name="Slide Number Placeholder 14">
            <a:extLst>
              <a:ext uri="{FF2B5EF4-FFF2-40B4-BE49-F238E27FC236}">
                <a16:creationId xmlns:a16="http://schemas.microsoft.com/office/drawing/2014/main" id="{04F096BD-662F-2A3E-4161-14E5F15E3DEF}"/>
              </a:ext>
            </a:extLst>
          </p:cNvPr>
          <p:cNvSpPr>
            <a:spLocks noGrp="1"/>
          </p:cNvSpPr>
          <p:nvPr>
            <p:ph type="sldNum" sz="quarter" idx="12"/>
          </p:nvPr>
        </p:nvSpPr>
        <p:spPr/>
        <p:txBody>
          <a:bodyPr/>
          <a:lstStyle/>
          <a:p>
            <a:fld id="{84D792B7-0397-C047-AE12-1A03F7E3DC83}" type="slidenum">
              <a:rPr lang="en-US" smtClean="0"/>
              <a:pPr/>
              <a:t>5</a:t>
            </a:fld>
            <a:endParaRPr lang="en-US" dirty="0"/>
          </a:p>
        </p:txBody>
      </p:sp>
    </p:spTree>
    <p:extLst>
      <p:ext uri="{BB962C8B-B14F-4D97-AF65-F5344CB8AC3E}">
        <p14:creationId xmlns:p14="http://schemas.microsoft.com/office/powerpoint/2010/main" val="8240101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50"/>
                                        </p:tgtEl>
                                        <p:attrNameLst>
                                          <p:attrName>style.visibility</p:attrName>
                                        </p:attrNameLst>
                                      </p:cBhvr>
                                      <p:to>
                                        <p:strVal val="visible"/>
                                      </p:to>
                                    </p:set>
                                    <p:animEffect transition="in" filter="dissolve">
                                      <p:cBhvr>
                                        <p:cTn id="7" dur="500"/>
                                        <p:tgtEl>
                                          <p:spTgt spid="50"/>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dissolve">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4">
                                            <p:txEl>
                                              <p:pRg st="0" end="0"/>
                                            </p:txEl>
                                          </p:spTgt>
                                        </p:tgtEl>
                                        <p:attrNameLst>
                                          <p:attrName>style.visibility</p:attrName>
                                        </p:attrNameLst>
                                      </p:cBhvr>
                                      <p:to>
                                        <p:strVal val="visible"/>
                                      </p:to>
                                    </p:set>
                                    <p:anim calcmode="lin" valueType="num">
                                      <p:cBhvr additive="base">
                                        <p:cTn id="17"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27BA72-039E-DC2E-355E-F1172D227B9F}"/>
              </a:ext>
            </a:extLst>
          </p:cNvPr>
          <p:cNvSpPr>
            <a:spLocks noGrp="1"/>
          </p:cNvSpPr>
          <p:nvPr>
            <p:ph type="title"/>
          </p:nvPr>
        </p:nvSpPr>
        <p:spPr>
          <a:xfrm>
            <a:off x="6399485" y="973701"/>
            <a:ext cx="8742970" cy="969264"/>
          </a:xfrm>
        </p:spPr>
        <p:txBody>
          <a:bodyPr/>
          <a:lstStyle/>
          <a:p>
            <a:r>
              <a:rPr lang="en-US" sz="3600" dirty="0"/>
              <a:t>Correlation Analysis</a:t>
            </a:r>
          </a:p>
        </p:txBody>
      </p:sp>
      <p:pic>
        <p:nvPicPr>
          <p:cNvPr id="50" name="Picture Placeholder 49">
            <a:extLst>
              <a:ext uri="{FF2B5EF4-FFF2-40B4-BE49-F238E27FC236}">
                <a16:creationId xmlns:a16="http://schemas.microsoft.com/office/drawing/2014/main" id="{2916D8C7-8EA5-2E6F-F81A-B14A1E3F975F}"/>
              </a:ext>
            </a:extLst>
          </p:cNvPr>
          <p:cNvPicPr>
            <a:picLocks noGrp="1" noChangeAspect="1"/>
          </p:cNvPicPr>
          <p:nvPr>
            <p:ph type="pic" sz="quarter" idx="13"/>
          </p:nvPr>
        </p:nvPicPr>
        <p:blipFill>
          <a:blip r:embed="rId2"/>
          <a:srcRect l="-1229" r="154"/>
          <a:stretch>
            <a:fillRect/>
          </a:stretch>
        </p:blipFill>
        <p:spPr>
          <a:xfrm>
            <a:off x="0" y="1604921"/>
            <a:ext cx="5965371" cy="4292599"/>
          </a:xfrm>
        </p:spPr>
      </p:pic>
      <p:sp>
        <p:nvSpPr>
          <p:cNvPr id="4" name="Content Placeholder 3">
            <a:extLst>
              <a:ext uri="{FF2B5EF4-FFF2-40B4-BE49-F238E27FC236}">
                <a16:creationId xmlns:a16="http://schemas.microsoft.com/office/drawing/2014/main" id="{49BC2971-7886-2287-75E6-F484F930D599}"/>
              </a:ext>
            </a:extLst>
          </p:cNvPr>
          <p:cNvSpPr>
            <a:spLocks noGrp="1"/>
          </p:cNvSpPr>
          <p:nvPr>
            <p:ph sz="half" idx="2"/>
          </p:nvPr>
        </p:nvSpPr>
        <p:spPr>
          <a:xfrm>
            <a:off x="6589712" y="2190936"/>
            <a:ext cx="5157787" cy="2029968"/>
          </a:xfrm>
        </p:spPr>
        <p:txBody>
          <a:bodyPr/>
          <a:lstStyle/>
          <a:p>
            <a:r>
              <a:rPr lang="en-US" sz="2400" dirty="0"/>
              <a:t>The correlation heatmap highlights the relationship between different numerical features and sale price. Features such as gross living area and overall quality show strong positive correlation with sale price, indicating that these are major drivers of house valuation.</a:t>
            </a:r>
          </a:p>
        </p:txBody>
      </p:sp>
      <p:sp>
        <p:nvSpPr>
          <p:cNvPr id="15" name="Slide Number Placeholder 14">
            <a:extLst>
              <a:ext uri="{FF2B5EF4-FFF2-40B4-BE49-F238E27FC236}">
                <a16:creationId xmlns:a16="http://schemas.microsoft.com/office/drawing/2014/main" id="{1A815897-F8B8-2427-BC3B-2B4F48408A55}"/>
              </a:ext>
            </a:extLst>
          </p:cNvPr>
          <p:cNvSpPr>
            <a:spLocks noGrp="1"/>
          </p:cNvSpPr>
          <p:nvPr>
            <p:ph type="sldNum" sz="quarter" idx="12"/>
          </p:nvPr>
        </p:nvSpPr>
        <p:spPr/>
        <p:txBody>
          <a:bodyPr/>
          <a:lstStyle/>
          <a:p>
            <a:fld id="{84D792B7-0397-C047-AE12-1A03F7E3DC83}" type="slidenum">
              <a:rPr lang="en-US" smtClean="0"/>
              <a:pPr/>
              <a:t>6</a:t>
            </a:fld>
            <a:endParaRPr lang="en-US" dirty="0"/>
          </a:p>
        </p:txBody>
      </p:sp>
      <p:grpSp>
        <p:nvGrpSpPr>
          <p:cNvPr id="16" name="Group 15">
            <a:extLst>
              <a:ext uri="{FF2B5EF4-FFF2-40B4-BE49-F238E27FC236}">
                <a16:creationId xmlns:a16="http://schemas.microsoft.com/office/drawing/2014/main" id="{1A5FE20D-BBB2-73EC-C28C-BFDA4581E0C5}"/>
              </a:ext>
            </a:extLst>
          </p:cNvPr>
          <p:cNvGrpSpPr/>
          <p:nvPr/>
        </p:nvGrpSpPr>
        <p:grpSpPr>
          <a:xfrm>
            <a:off x="7232211" y="2664257"/>
            <a:ext cx="360" cy="2160"/>
            <a:chOff x="7232211" y="2664257"/>
            <a:chExt cx="360" cy="2160"/>
          </a:xfrm>
        </p:grpSpPr>
        <mc:AlternateContent xmlns:mc="http://schemas.openxmlformats.org/markup-compatibility/2006">
          <mc:Choice xmlns:p14="http://schemas.microsoft.com/office/powerpoint/2010/main" Requires="p14">
            <p:contentPart p14:bwMode="auto" r:id="rId3">
              <p14:nvContentPartPr>
                <p14:cNvPr id="9" name="Ink 8">
                  <a:extLst>
                    <a:ext uri="{FF2B5EF4-FFF2-40B4-BE49-F238E27FC236}">
                      <a16:creationId xmlns:a16="http://schemas.microsoft.com/office/drawing/2014/main" id="{FA4B7179-F20F-BA5A-C98A-ED38434B247A}"/>
                    </a:ext>
                  </a:extLst>
                </p14:cNvPr>
                <p14:cNvContentPartPr/>
                <p14:nvPr/>
              </p14:nvContentPartPr>
              <p14:xfrm>
                <a:off x="7232211" y="2664257"/>
                <a:ext cx="360" cy="2160"/>
              </p14:xfrm>
            </p:contentPart>
          </mc:Choice>
          <mc:Fallback>
            <p:pic>
              <p:nvPicPr>
                <p:cNvPr id="9" name="Ink 8">
                  <a:extLst>
                    <a:ext uri="{FF2B5EF4-FFF2-40B4-BE49-F238E27FC236}">
                      <a16:creationId xmlns:a16="http://schemas.microsoft.com/office/drawing/2014/main" id="{FA4B7179-F20F-BA5A-C98A-ED38434B247A}"/>
                    </a:ext>
                  </a:extLst>
                </p:cNvPr>
                <p:cNvPicPr/>
                <p:nvPr/>
              </p:nvPicPr>
              <p:blipFill>
                <a:blip r:embed="rId4"/>
                <a:stretch>
                  <a:fillRect/>
                </a:stretch>
              </p:blipFill>
              <p:spPr>
                <a:xfrm>
                  <a:off x="7226091" y="2658137"/>
                  <a:ext cx="12600" cy="14400"/>
                </a:xfrm>
                <a:prstGeom prst="rect">
                  <a:avLst/>
                </a:prstGeom>
              </p:spPr>
            </p:pic>
          </mc:Fallback>
        </mc:AlternateContent>
        <mc:AlternateContent xmlns:mc="http://schemas.openxmlformats.org/markup-compatibility/2006">
          <mc:Choice xmlns:p14="http://schemas.microsoft.com/office/powerpoint/2010/main" Requires="p14">
            <p:contentPart p14:bwMode="auto" r:id="rId5">
              <p14:nvContentPartPr>
                <p14:cNvPr id="10" name="Ink 9">
                  <a:extLst>
                    <a:ext uri="{FF2B5EF4-FFF2-40B4-BE49-F238E27FC236}">
                      <a16:creationId xmlns:a16="http://schemas.microsoft.com/office/drawing/2014/main" id="{93292968-70D2-7FD8-850C-D0EE68108A63}"/>
                    </a:ext>
                  </a:extLst>
                </p14:cNvPr>
                <p14:cNvContentPartPr/>
                <p14:nvPr/>
              </p14:nvContentPartPr>
              <p14:xfrm>
                <a:off x="7232211" y="2666057"/>
                <a:ext cx="360" cy="360"/>
              </p14:xfrm>
            </p:contentPart>
          </mc:Choice>
          <mc:Fallback>
            <p:pic>
              <p:nvPicPr>
                <p:cNvPr id="10" name="Ink 9">
                  <a:extLst>
                    <a:ext uri="{FF2B5EF4-FFF2-40B4-BE49-F238E27FC236}">
                      <a16:creationId xmlns:a16="http://schemas.microsoft.com/office/drawing/2014/main" id="{93292968-70D2-7FD8-850C-D0EE68108A63}"/>
                    </a:ext>
                  </a:extLst>
                </p:cNvPr>
                <p:cNvPicPr/>
                <p:nvPr/>
              </p:nvPicPr>
              <p:blipFill>
                <a:blip r:embed="rId6"/>
                <a:stretch>
                  <a:fillRect/>
                </a:stretch>
              </p:blipFill>
              <p:spPr>
                <a:xfrm>
                  <a:off x="7226091" y="2659937"/>
                  <a:ext cx="12600" cy="1260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7">
            <p14:nvContentPartPr>
              <p14:cNvPr id="11" name="Ink 10">
                <a:extLst>
                  <a:ext uri="{FF2B5EF4-FFF2-40B4-BE49-F238E27FC236}">
                    <a16:creationId xmlns:a16="http://schemas.microsoft.com/office/drawing/2014/main" id="{739BA667-F52A-7991-A3CD-DEB04833CB80}"/>
                  </a:ext>
                </a:extLst>
              </p14:cNvPr>
              <p14:cNvContentPartPr/>
              <p14:nvPr/>
            </p14:nvContentPartPr>
            <p14:xfrm>
              <a:off x="7874811" y="3237737"/>
              <a:ext cx="360" cy="2160"/>
            </p14:xfrm>
          </p:contentPart>
        </mc:Choice>
        <mc:Fallback>
          <p:pic>
            <p:nvPicPr>
              <p:cNvPr id="11" name="Ink 10">
                <a:extLst>
                  <a:ext uri="{FF2B5EF4-FFF2-40B4-BE49-F238E27FC236}">
                    <a16:creationId xmlns:a16="http://schemas.microsoft.com/office/drawing/2014/main" id="{739BA667-F52A-7991-A3CD-DEB04833CB80}"/>
                  </a:ext>
                </a:extLst>
              </p:cNvPr>
              <p:cNvPicPr/>
              <p:nvPr/>
            </p:nvPicPr>
            <p:blipFill>
              <a:blip r:embed="rId4"/>
              <a:stretch>
                <a:fillRect/>
              </a:stretch>
            </p:blipFill>
            <p:spPr>
              <a:xfrm>
                <a:off x="7868691" y="3231617"/>
                <a:ext cx="12600" cy="14400"/>
              </a:xfrm>
              <a:prstGeom prst="rect">
                <a:avLst/>
              </a:prstGeom>
            </p:spPr>
          </p:pic>
        </mc:Fallback>
      </mc:AlternateContent>
    </p:spTree>
    <p:extLst>
      <p:ext uri="{BB962C8B-B14F-4D97-AF65-F5344CB8AC3E}">
        <p14:creationId xmlns:p14="http://schemas.microsoft.com/office/powerpoint/2010/main" val="5658025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50"/>
                                        </p:tgtEl>
                                        <p:attrNameLst>
                                          <p:attrName>style.visibility</p:attrName>
                                        </p:attrNameLst>
                                      </p:cBhvr>
                                      <p:to>
                                        <p:strVal val="visible"/>
                                      </p:to>
                                    </p:set>
                                    <p:animEffect transition="in" filter="dissolve">
                                      <p:cBhvr>
                                        <p:cTn id="7" dur="500"/>
                                        <p:tgtEl>
                                          <p:spTgt spid="50"/>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dissolve">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4">
                                            <p:txEl>
                                              <p:pRg st="0" end="0"/>
                                            </p:txEl>
                                          </p:spTgt>
                                        </p:tgtEl>
                                        <p:attrNameLst>
                                          <p:attrName>style.visibility</p:attrName>
                                        </p:attrNameLst>
                                      </p:cBhvr>
                                      <p:to>
                                        <p:strVal val="visible"/>
                                      </p:to>
                                    </p:set>
                                    <p:anim calcmode="lin" valueType="num">
                                      <p:cBhvr additive="base">
                                        <p:cTn id="17"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B05C8B-CD1C-46B0-3233-81BC9D3B4E6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BF0769A-B2AD-2C4E-C127-DE75B36B867F}"/>
              </a:ext>
            </a:extLst>
          </p:cNvPr>
          <p:cNvSpPr>
            <a:spLocks noGrp="1"/>
          </p:cNvSpPr>
          <p:nvPr>
            <p:ph type="title"/>
          </p:nvPr>
        </p:nvSpPr>
        <p:spPr>
          <a:xfrm>
            <a:off x="6893490" y="622957"/>
            <a:ext cx="4550229" cy="969264"/>
          </a:xfrm>
        </p:spPr>
        <p:txBody>
          <a:bodyPr/>
          <a:lstStyle/>
          <a:p>
            <a:r>
              <a:rPr lang="en-US" sz="3600" dirty="0"/>
              <a:t>    Size Impact </a:t>
            </a:r>
            <a:br>
              <a:rPr lang="en-US" sz="3600" dirty="0"/>
            </a:br>
            <a:r>
              <a:rPr lang="en-US" sz="3600" dirty="0"/>
              <a:t>on House Price</a:t>
            </a:r>
          </a:p>
        </p:txBody>
      </p:sp>
      <p:pic>
        <p:nvPicPr>
          <p:cNvPr id="50" name="Picture Placeholder 49">
            <a:extLst>
              <a:ext uri="{FF2B5EF4-FFF2-40B4-BE49-F238E27FC236}">
                <a16:creationId xmlns:a16="http://schemas.microsoft.com/office/drawing/2014/main" id="{A8D08D32-6C7D-50D3-217F-184F06540694}"/>
              </a:ext>
            </a:extLst>
          </p:cNvPr>
          <p:cNvPicPr>
            <a:picLocks noGrp="1" noChangeAspect="1"/>
          </p:cNvPicPr>
          <p:nvPr>
            <p:ph type="pic" sz="quarter" idx="13"/>
          </p:nvPr>
        </p:nvPicPr>
        <p:blipFill>
          <a:blip r:embed="rId2"/>
          <a:srcRect l="-1282" r="4275"/>
          <a:stretch>
            <a:fillRect/>
          </a:stretch>
        </p:blipFill>
        <p:spPr>
          <a:xfrm>
            <a:off x="0" y="1592221"/>
            <a:ext cx="5987144" cy="4292599"/>
          </a:xfrm>
        </p:spPr>
      </p:pic>
      <p:sp>
        <p:nvSpPr>
          <p:cNvPr id="4" name="Content Placeholder 3">
            <a:extLst>
              <a:ext uri="{FF2B5EF4-FFF2-40B4-BE49-F238E27FC236}">
                <a16:creationId xmlns:a16="http://schemas.microsoft.com/office/drawing/2014/main" id="{9C801860-AD4F-CE07-B147-AAA14B50F7CC}"/>
              </a:ext>
            </a:extLst>
          </p:cNvPr>
          <p:cNvSpPr>
            <a:spLocks noGrp="1"/>
          </p:cNvSpPr>
          <p:nvPr>
            <p:ph sz="half" idx="2"/>
          </p:nvPr>
        </p:nvSpPr>
        <p:spPr>
          <a:xfrm>
            <a:off x="6589712" y="2190936"/>
            <a:ext cx="5157787" cy="2029968"/>
          </a:xfrm>
        </p:spPr>
        <p:txBody>
          <a:bodyPr/>
          <a:lstStyle/>
          <a:p>
            <a:r>
              <a:rPr lang="en-US" sz="2400" dirty="0"/>
              <a:t>This plot illustrates the relationship between house size and sale price. A strong positive trend is observed, showing that houses with larger living areas generally command higher prices. This confirms that property size is one of the most influential factors in pricing.</a:t>
            </a:r>
          </a:p>
        </p:txBody>
      </p:sp>
      <p:sp>
        <p:nvSpPr>
          <p:cNvPr id="15" name="Slide Number Placeholder 14">
            <a:extLst>
              <a:ext uri="{FF2B5EF4-FFF2-40B4-BE49-F238E27FC236}">
                <a16:creationId xmlns:a16="http://schemas.microsoft.com/office/drawing/2014/main" id="{073B5E56-EF8E-D8F3-FA79-D2B6DDCCBBBD}"/>
              </a:ext>
            </a:extLst>
          </p:cNvPr>
          <p:cNvSpPr>
            <a:spLocks noGrp="1"/>
          </p:cNvSpPr>
          <p:nvPr>
            <p:ph type="sldNum" sz="quarter" idx="12"/>
          </p:nvPr>
        </p:nvSpPr>
        <p:spPr/>
        <p:txBody>
          <a:bodyPr/>
          <a:lstStyle/>
          <a:p>
            <a:fld id="{84D792B7-0397-C047-AE12-1A03F7E3DC83}" type="slidenum">
              <a:rPr lang="en-US" smtClean="0"/>
              <a:pPr/>
              <a:t>7</a:t>
            </a:fld>
            <a:endParaRPr lang="en-US" dirty="0"/>
          </a:p>
        </p:txBody>
      </p:sp>
      <p:grpSp>
        <p:nvGrpSpPr>
          <p:cNvPr id="16" name="Group 15">
            <a:extLst>
              <a:ext uri="{FF2B5EF4-FFF2-40B4-BE49-F238E27FC236}">
                <a16:creationId xmlns:a16="http://schemas.microsoft.com/office/drawing/2014/main" id="{2B9ECACD-DB50-03D8-3C54-D5BFB3741989}"/>
              </a:ext>
            </a:extLst>
          </p:cNvPr>
          <p:cNvGrpSpPr/>
          <p:nvPr/>
        </p:nvGrpSpPr>
        <p:grpSpPr>
          <a:xfrm>
            <a:off x="7232211" y="2664257"/>
            <a:ext cx="360" cy="2160"/>
            <a:chOff x="7232211" y="2664257"/>
            <a:chExt cx="360" cy="2160"/>
          </a:xfrm>
        </p:grpSpPr>
        <mc:AlternateContent xmlns:mc="http://schemas.openxmlformats.org/markup-compatibility/2006">
          <mc:Choice xmlns:p14="http://schemas.microsoft.com/office/powerpoint/2010/main" Requires="p14">
            <p:contentPart p14:bwMode="auto" r:id="rId3">
              <p14:nvContentPartPr>
                <p14:cNvPr id="9" name="Ink 8">
                  <a:extLst>
                    <a:ext uri="{FF2B5EF4-FFF2-40B4-BE49-F238E27FC236}">
                      <a16:creationId xmlns:a16="http://schemas.microsoft.com/office/drawing/2014/main" id="{739E5180-4778-6BB3-D0B6-EBF9F6D65B6E}"/>
                    </a:ext>
                  </a:extLst>
                </p14:cNvPr>
                <p14:cNvContentPartPr/>
                <p14:nvPr/>
              </p14:nvContentPartPr>
              <p14:xfrm>
                <a:off x="7232211" y="2664257"/>
                <a:ext cx="360" cy="2160"/>
              </p14:xfrm>
            </p:contentPart>
          </mc:Choice>
          <mc:Fallback>
            <p:pic>
              <p:nvPicPr>
                <p:cNvPr id="9" name="Ink 8">
                  <a:extLst>
                    <a:ext uri="{FF2B5EF4-FFF2-40B4-BE49-F238E27FC236}">
                      <a16:creationId xmlns:a16="http://schemas.microsoft.com/office/drawing/2014/main" id="{739E5180-4778-6BB3-D0B6-EBF9F6D65B6E}"/>
                    </a:ext>
                  </a:extLst>
                </p:cNvPr>
                <p:cNvPicPr/>
                <p:nvPr/>
              </p:nvPicPr>
              <p:blipFill>
                <a:blip r:embed="rId4"/>
                <a:stretch>
                  <a:fillRect/>
                </a:stretch>
              </p:blipFill>
              <p:spPr>
                <a:xfrm>
                  <a:off x="7226091" y="2658137"/>
                  <a:ext cx="12600" cy="14400"/>
                </a:xfrm>
                <a:prstGeom prst="rect">
                  <a:avLst/>
                </a:prstGeom>
              </p:spPr>
            </p:pic>
          </mc:Fallback>
        </mc:AlternateContent>
        <mc:AlternateContent xmlns:mc="http://schemas.openxmlformats.org/markup-compatibility/2006">
          <mc:Choice xmlns:p14="http://schemas.microsoft.com/office/powerpoint/2010/main" Requires="p14">
            <p:contentPart p14:bwMode="auto" r:id="rId5">
              <p14:nvContentPartPr>
                <p14:cNvPr id="10" name="Ink 9">
                  <a:extLst>
                    <a:ext uri="{FF2B5EF4-FFF2-40B4-BE49-F238E27FC236}">
                      <a16:creationId xmlns:a16="http://schemas.microsoft.com/office/drawing/2014/main" id="{C5AA6876-284E-8EFF-DD53-343354F2C1A3}"/>
                    </a:ext>
                  </a:extLst>
                </p14:cNvPr>
                <p14:cNvContentPartPr/>
                <p14:nvPr/>
              </p14:nvContentPartPr>
              <p14:xfrm>
                <a:off x="7232211" y="2666057"/>
                <a:ext cx="360" cy="360"/>
              </p14:xfrm>
            </p:contentPart>
          </mc:Choice>
          <mc:Fallback>
            <p:pic>
              <p:nvPicPr>
                <p:cNvPr id="10" name="Ink 9">
                  <a:extLst>
                    <a:ext uri="{FF2B5EF4-FFF2-40B4-BE49-F238E27FC236}">
                      <a16:creationId xmlns:a16="http://schemas.microsoft.com/office/drawing/2014/main" id="{C5AA6876-284E-8EFF-DD53-343354F2C1A3}"/>
                    </a:ext>
                  </a:extLst>
                </p:cNvPr>
                <p:cNvPicPr/>
                <p:nvPr/>
              </p:nvPicPr>
              <p:blipFill>
                <a:blip r:embed="rId6"/>
                <a:stretch>
                  <a:fillRect/>
                </a:stretch>
              </p:blipFill>
              <p:spPr>
                <a:xfrm>
                  <a:off x="7226091" y="2659937"/>
                  <a:ext cx="12600" cy="1260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7">
            <p14:nvContentPartPr>
              <p14:cNvPr id="11" name="Ink 10">
                <a:extLst>
                  <a:ext uri="{FF2B5EF4-FFF2-40B4-BE49-F238E27FC236}">
                    <a16:creationId xmlns:a16="http://schemas.microsoft.com/office/drawing/2014/main" id="{0FD97DA7-CB83-EC40-E5F8-D830C312C6BE}"/>
                  </a:ext>
                </a:extLst>
              </p14:cNvPr>
              <p14:cNvContentPartPr/>
              <p14:nvPr/>
            </p14:nvContentPartPr>
            <p14:xfrm>
              <a:off x="7874811" y="3237737"/>
              <a:ext cx="360" cy="2160"/>
            </p14:xfrm>
          </p:contentPart>
        </mc:Choice>
        <mc:Fallback>
          <p:pic>
            <p:nvPicPr>
              <p:cNvPr id="11" name="Ink 10">
                <a:extLst>
                  <a:ext uri="{FF2B5EF4-FFF2-40B4-BE49-F238E27FC236}">
                    <a16:creationId xmlns:a16="http://schemas.microsoft.com/office/drawing/2014/main" id="{0FD97DA7-CB83-EC40-E5F8-D830C312C6BE}"/>
                  </a:ext>
                </a:extLst>
              </p:cNvPr>
              <p:cNvPicPr/>
              <p:nvPr/>
            </p:nvPicPr>
            <p:blipFill>
              <a:blip r:embed="rId4"/>
              <a:stretch>
                <a:fillRect/>
              </a:stretch>
            </p:blipFill>
            <p:spPr>
              <a:xfrm>
                <a:off x="7868691" y="3231617"/>
                <a:ext cx="12600" cy="14400"/>
              </a:xfrm>
              <a:prstGeom prst="rect">
                <a:avLst/>
              </a:prstGeom>
            </p:spPr>
          </p:pic>
        </mc:Fallback>
      </mc:AlternateContent>
    </p:spTree>
    <p:extLst>
      <p:ext uri="{BB962C8B-B14F-4D97-AF65-F5344CB8AC3E}">
        <p14:creationId xmlns:p14="http://schemas.microsoft.com/office/powerpoint/2010/main" val="28750653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50"/>
                                        </p:tgtEl>
                                        <p:attrNameLst>
                                          <p:attrName>style.visibility</p:attrName>
                                        </p:attrNameLst>
                                      </p:cBhvr>
                                      <p:to>
                                        <p:strVal val="visible"/>
                                      </p:to>
                                    </p:set>
                                    <p:animEffect transition="in" filter="dissolve">
                                      <p:cBhvr>
                                        <p:cTn id="7" dur="500"/>
                                        <p:tgtEl>
                                          <p:spTgt spid="50"/>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dissolve">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4">
                                            <p:txEl>
                                              <p:pRg st="0" end="0"/>
                                            </p:txEl>
                                          </p:spTgt>
                                        </p:tgtEl>
                                        <p:attrNameLst>
                                          <p:attrName>style.visibility</p:attrName>
                                        </p:attrNameLst>
                                      </p:cBhvr>
                                      <p:to>
                                        <p:strVal val="visible"/>
                                      </p:to>
                                    </p:set>
                                    <p:anim calcmode="lin" valueType="num">
                                      <p:cBhvr additive="base">
                                        <p:cTn id="17"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8F8716-B9D1-DCFD-FB10-6631DBAAC882}"/>
            </a:ext>
          </a:extLst>
        </p:cNvPr>
        <p:cNvGrpSpPr/>
        <p:nvPr/>
      </p:nvGrpSpPr>
      <p:grpSpPr>
        <a:xfrm>
          <a:off x="0" y="0"/>
          <a:ext cx="0" cy="0"/>
          <a:chOff x="0" y="0"/>
          <a:chExt cx="0" cy="0"/>
        </a:xfrm>
      </p:grpSpPr>
      <p:pic>
        <p:nvPicPr>
          <p:cNvPr id="6" name="Picture Placeholder 5">
            <a:extLst>
              <a:ext uri="{FF2B5EF4-FFF2-40B4-BE49-F238E27FC236}">
                <a16:creationId xmlns:a16="http://schemas.microsoft.com/office/drawing/2014/main" id="{0BB6CE0E-D945-2E26-26CF-036737198591}"/>
              </a:ext>
            </a:extLst>
          </p:cNvPr>
          <p:cNvPicPr>
            <a:picLocks noGrp="1" noChangeAspect="1"/>
          </p:cNvPicPr>
          <p:nvPr>
            <p:ph type="pic" sz="quarter" idx="10"/>
          </p:nvPr>
        </p:nvPicPr>
        <p:blipFill>
          <a:blip r:embed="rId2"/>
          <a:srcRect l="-212" t="-674" b="788"/>
          <a:stretch>
            <a:fillRect/>
          </a:stretch>
        </p:blipFill>
        <p:spPr>
          <a:xfrm>
            <a:off x="411927" y="146301"/>
            <a:ext cx="11319822" cy="4458355"/>
          </a:xfrm>
        </p:spPr>
      </p:pic>
      <p:cxnSp>
        <p:nvCxnSpPr>
          <p:cNvPr id="58" name="Straight Connector 57">
            <a:extLst>
              <a:ext uri="{FF2B5EF4-FFF2-40B4-BE49-F238E27FC236}">
                <a16:creationId xmlns:a16="http://schemas.microsoft.com/office/drawing/2014/main" id="{CBC4C520-A0A9-1771-65A1-21C15A34C501}"/>
              </a:ext>
            </a:extLst>
          </p:cNvPr>
          <p:cNvCxnSpPr>
            <a:cxnSpLocks/>
          </p:cNvCxnSpPr>
          <p:nvPr/>
        </p:nvCxnSpPr>
        <p:spPr>
          <a:xfrm>
            <a:off x="6273479" y="6169306"/>
            <a:ext cx="3993266" cy="0"/>
          </a:xfrm>
          <a:prstGeom prst="line">
            <a:avLst/>
          </a:prstGeom>
        </p:spPr>
        <p:style>
          <a:lnRef idx="2">
            <a:schemeClr val="accent1"/>
          </a:lnRef>
          <a:fillRef idx="0">
            <a:schemeClr val="accent1"/>
          </a:fillRef>
          <a:effectRef idx="1">
            <a:schemeClr val="accent1"/>
          </a:effectRef>
          <a:fontRef idx="minor">
            <a:schemeClr val="tx1"/>
          </a:fontRef>
        </p:style>
      </p:cxnSp>
      <p:sp>
        <p:nvSpPr>
          <p:cNvPr id="60" name="TextBox 59">
            <a:extLst>
              <a:ext uri="{FF2B5EF4-FFF2-40B4-BE49-F238E27FC236}">
                <a16:creationId xmlns:a16="http://schemas.microsoft.com/office/drawing/2014/main" id="{8B428079-EA50-0F3A-8849-D0A9BE4DF464}"/>
              </a:ext>
            </a:extLst>
          </p:cNvPr>
          <p:cNvSpPr txBox="1"/>
          <p:nvPr/>
        </p:nvSpPr>
        <p:spPr>
          <a:xfrm>
            <a:off x="3565002" y="4604656"/>
            <a:ext cx="7523545" cy="584775"/>
          </a:xfrm>
          <a:prstGeom prst="rect">
            <a:avLst/>
          </a:prstGeom>
          <a:noFill/>
        </p:spPr>
        <p:txBody>
          <a:bodyPr wrap="square" rtlCol="0">
            <a:spAutoFit/>
          </a:bodyPr>
          <a:lstStyle/>
          <a:p>
            <a:r>
              <a:rPr lang="en-US" sz="3200" dirty="0">
                <a:solidFill>
                  <a:schemeClr val="bg1"/>
                </a:solidFill>
              </a:rPr>
              <a:t>Market Trends Over Time</a:t>
            </a:r>
          </a:p>
        </p:txBody>
      </p:sp>
      <p:sp>
        <p:nvSpPr>
          <p:cNvPr id="61" name="TextBox 60">
            <a:extLst>
              <a:ext uri="{FF2B5EF4-FFF2-40B4-BE49-F238E27FC236}">
                <a16:creationId xmlns:a16="http://schemas.microsoft.com/office/drawing/2014/main" id="{C299B534-6A88-544D-C78A-AEAF4709020E}"/>
              </a:ext>
            </a:extLst>
          </p:cNvPr>
          <p:cNvSpPr txBox="1"/>
          <p:nvPr/>
        </p:nvSpPr>
        <p:spPr>
          <a:xfrm>
            <a:off x="441767" y="5217703"/>
            <a:ext cx="11308466" cy="923330"/>
          </a:xfrm>
          <a:prstGeom prst="rect">
            <a:avLst/>
          </a:prstGeom>
          <a:noFill/>
        </p:spPr>
        <p:txBody>
          <a:bodyPr wrap="square" rtlCol="0">
            <a:spAutoFit/>
          </a:bodyPr>
          <a:lstStyle/>
          <a:p>
            <a:r>
              <a:rPr lang="en-US" dirty="0">
                <a:solidFill>
                  <a:schemeClr val="bg1"/>
                </a:solidFill>
              </a:rPr>
              <a:t>This time-based analysis shows how average house prices change over the years. The fluctuations in prices reflect market conditions, economic factors, and demand-supply variations, helping to understand historical pricing trends.</a:t>
            </a:r>
          </a:p>
        </p:txBody>
      </p:sp>
    </p:spTree>
    <p:extLst>
      <p:ext uri="{BB962C8B-B14F-4D97-AF65-F5344CB8AC3E}">
        <p14:creationId xmlns:p14="http://schemas.microsoft.com/office/powerpoint/2010/main" val="24593797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dissolv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60"/>
                                        </p:tgtEl>
                                        <p:attrNameLst>
                                          <p:attrName>style.visibility</p:attrName>
                                        </p:attrNameLst>
                                      </p:cBhvr>
                                      <p:to>
                                        <p:strVal val="visible"/>
                                      </p:to>
                                    </p:set>
                                    <p:anim calcmode="lin" valueType="num">
                                      <p:cBhvr additive="base">
                                        <p:cTn id="12" dur="500" fill="hold"/>
                                        <p:tgtEl>
                                          <p:spTgt spid="60"/>
                                        </p:tgtEl>
                                        <p:attrNameLst>
                                          <p:attrName>ppt_x</p:attrName>
                                        </p:attrNameLst>
                                      </p:cBhvr>
                                      <p:tavLst>
                                        <p:tav tm="0">
                                          <p:val>
                                            <p:strVal val="#ppt_x"/>
                                          </p:val>
                                        </p:tav>
                                        <p:tav tm="100000">
                                          <p:val>
                                            <p:strVal val="#ppt_x"/>
                                          </p:val>
                                        </p:tav>
                                      </p:tavLst>
                                    </p:anim>
                                    <p:anim calcmode="lin" valueType="num">
                                      <p:cBhvr additive="base">
                                        <p:cTn id="13" dur="500" fill="hold"/>
                                        <p:tgtEl>
                                          <p:spTgt spid="60"/>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61"/>
                                        </p:tgtEl>
                                        <p:attrNameLst>
                                          <p:attrName>style.visibility</p:attrName>
                                        </p:attrNameLst>
                                      </p:cBhvr>
                                      <p:to>
                                        <p:strVal val="visible"/>
                                      </p:to>
                                    </p:set>
                                    <p:anim calcmode="lin" valueType="num">
                                      <p:cBhvr additive="base">
                                        <p:cTn id="18" dur="500" fill="hold"/>
                                        <p:tgtEl>
                                          <p:spTgt spid="61"/>
                                        </p:tgtEl>
                                        <p:attrNameLst>
                                          <p:attrName>ppt_x</p:attrName>
                                        </p:attrNameLst>
                                      </p:cBhvr>
                                      <p:tavLst>
                                        <p:tav tm="0">
                                          <p:val>
                                            <p:strVal val="#ppt_x"/>
                                          </p:val>
                                        </p:tav>
                                        <p:tav tm="100000">
                                          <p:val>
                                            <p:strVal val="#ppt_x"/>
                                          </p:val>
                                        </p:tav>
                                      </p:tavLst>
                                    </p:anim>
                                    <p:anim calcmode="lin" valueType="num">
                                      <p:cBhvr additive="base">
                                        <p:cTn id="19" dur="500" fill="hold"/>
                                        <p:tgtEl>
                                          <p:spTgt spid="6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 grpId="0"/>
      <p:bldP spid="61"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6B1FFB-366C-2443-5E7B-E724F0E131D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A38C695-0504-6CEA-D5A0-41C440602F19}"/>
              </a:ext>
            </a:extLst>
          </p:cNvPr>
          <p:cNvSpPr>
            <a:spLocks noGrp="1"/>
          </p:cNvSpPr>
          <p:nvPr>
            <p:ph type="title"/>
          </p:nvPr>
        </p:nvSpPr>
        <p:spPr>
          <a:xfrm>
            <a:off x="6096001" y="3563124"/>
            <a:ext cx="5940590" cy="969264"/>
          </a:xfrm>
        </p:spPr>
        <p:txBody>
          <a:bodyPr/>
          <a:lstStyle/>
          <a:p>
            <a:r>
              <a:rPr lang="en-US" sz="3200" dirty="0"/>
              <a:t>amenities Impact on Price</a:t>
            </a:r>
            <a:br>
              <a:rPr lang="en-US" sz="3200" dirty="0"/>
            </a:br>
            <a:endParaRPr lang="en-US" sz="3200" dirty="0"/>
          </a:p>
        </p:txBody>
      </p:sp>
      <p:pic>
        <p:nvPicPr>
          <p:cNvPr id="50" name="Picture Placeholder 49">
            <a:extLst>
              <a:ext uri="{FF2B5EF4-FFF2-40B4-BE49-F238E27FC236}">
                <a16:creationId xmlns:a16="http://schemas.microsoft.com/office/drawing/2014/main" id="{448B89AF-2AD9-3EA9-7C28-736F75A823A7}"/>
              </a:ext>
            </a:extLst>
          </p:cNvPr>
          <p:cNvPicPr>
            <a:picLocks noGrp="1" noChangeAspect="1"/>
          </p:cNvPicPr>
          <p:nvPr>
            <p:ph type="pic" sz="quarter" idx="13"/>
          </p:nvPr>
        </p:nvPicPr>
        <p:blipFill>
          <a:blip r:embed="rId2"/>
          <a:srcRect t="621" b="621"/>
          <a:stretch/>
        </p:blipFill>
        <p:spPr>
          <a:xfrm>
            <a:off x="772885" y="0"/>
            <a:ext cx="4550229" cy="3125374"/>
          </a:xfrm>
        </p:spPr>
      </p:pic>
      <p:sp>
        <p:nvSpPr>
          <p:cNvPr id="4" name="Content Placeholder 3">
            <a:extLst>
              <a:ext uri="{FF2B5EF4-FFF2-40B4-BE49-F238E27FC236}">
                <a16:creationId xmlns:a16="http://schemas.microsoft.com/office/drawing/2014/main" id="{84D0FDFE-8DAC-FADE-EA99-796B8F202E5F}"/>
              </a:ext>
            </a:extLst>
          </p:cNvPr>
          <p:cNvSpPr>
            <a:spLocks noGrp="1"/>
          </p:cNvSpPr>
          <p:nvPr>
            <p:ph sz="half" idx="2"/>
          </p:nvPr>
        </p:nvSpPr>
        <p:spPr>
          <a:xfrm>
            <a:off x="6406270" y="4115853"/>
            <a:ext cx="5320051" cy="1277281"/>
          </a:xfrm>
        </p:spPr>
        <p:txBody>
          <a:bodyPr/>
          <a:lstStyle/>
          <a:p>
            <a:r>
              <a:rPr lang="en-US" sz="2000" dirty="0"/>
              <a:t>This analysis evaluates how amenities affect house prices. Properties with value-added features such as garages, fireplaces, or pools generally have higher sale prices. This highlights the importance of customer preferences and additional facilities in real estate valuation.</a:t>
            </a:r>
          </a:p>
        </p:txBody>
      </p:sp>
      <p:sp>
        <p:nvSpPr>
          <p:cNvPr id="15" name="Slide Number Placeholder 14">
            <a:extLst>
              <a:ext uri="{FF2B5EF4-FFF2-40B4-BE49-F238E27FC236}">
                <a16:creationId xmlns:a16="http://schemas.microsoft.com/office/drawing/2014/main" id="{4BCB9339-1CD9-24BB-8A57-3C8AA262E528}"/>
              </a:ext>
            </a:extLst>
          </p:cNvPr>
          <p:cNvSpPr>
            <a:spLocks noGrp="1"/>
          </p:cNvSpPr>
          <p:nvPr>
            <p:ph type="sldNum" sz="quarter" idx="12"/>
          </p:nvPr>
        </p:nvSpPr>
        <p:spPr/>
        <p:txBody>
          <a:bodyPr/>
          <a:lstStyle/>
          <a:p>
            <a:fld id="{84D792B7-0397-C047-AE12-1A03F7E3DC83}" type="slidenum">
              <a:rPr lang="en-US" smtClean="0"/>
              <a:pPr/>
              <a:t>9</a:t>
            </a:fld>
            <a:endParaRPr lang="en-US" dirty="0"/>
          </a:p>
        </p:txBody>
      </p:sp>
      <p:grpSp>
        <p:nvGrpSpPr>
          <p:cNvPr id="16" name="Group 15">
            <a:extLst>
              <a:ext uri="{FF2B5EF4-FFF2-40B4-BE49-F238E27FC236}">
                <a16:creationId xmlns:a16="http://schemas.microsoft.com/office/drawing/2014/main" id="{60A25D6D-B362-689B-AF68-1A1F5BBE692A}"/>
              </a:ext>
            </a:extLst>
          </p:cNvPr>
          <p:cNvGrpSpPr/>
          <p:nvPr/>
        </p:nvGrpSpPr>
        <p:grpSpPr>
          <a:xfrm>
            <a:off x="7232211" y="2664257"/>
            <a:ext cx="360" cy="2160"/>
            <a:chOff x="7232211" y="2664257"/>
            <a:chExt cx="360" cy="2160"/>
          </a:xfrm>
        </p:grpSpPr>
        <mc:AlternateContent xmlns:mc="http://schemas.openxmlformats.org/markup-compatibility/2006">
          <mc:Choice xmlns:p14="http://schemas.microsoft.com/office/powerpoint/2010/main" Requires="p14">
            <p:contentPart p14:bwMode="auto" r:id="rId3">
              <p14:nvContentPartPr>
                <p14:cNvPr id="9" name="Ink 8">
                  <a:extLst>
                    <a:ext uri="{FF2B5EF4-FFF2-40B4-BE49-F238E27FC236}">
                      <a16:creationId xmlns:a16="http://schemas.microsoft.com/office/drawing/2014/main" id="{DF345B01-CD13-4DF4-96E8-541FE7FEEBC0}"/>
                    </a:ext>
                  </a:extLst>
                </p14:cNvPr>
                <p14:cNvContentPartPr/>
                <p14:nvPr/>
              </p14:nvContentPartPr>
              <p14:xfrm>
                <a:off x="7232211" y="2664257"/>
                <a:ext cx="360" cy="2160"/>
              </p14:xfrm>
            </p:contentPart>
          </mc:Choice>
          <mc:Fallback>
            <p:pic>
              <p:nvPicPr>
                <p:cNvPr id="9" name="Ink 8">
                  <a:extLst>
                    <a:ext uri="{FF2B5EF4-FFF2-40B4-BE49-F238E27FC236}">
                      <a16:creationId xmlns:a16="http://schemas.microsoft.com/office/drawing/2014/main" id="{DF345B01-CD13-4DF4-96E8-541FE7FEEBC0}"/>
                    </a:ext>
                  </a:extLst>
                </p:cNvPr>
                <p:cNvPicPr/>
                <p:nvPr/>
              </p:nvPicPr>
              <p:blipFill>
                <a:blip r:embed="rId4"/>
                <a:stretch>
                  <a:fillRect/>
                </a:stretch>
              </p:blipFill>
              <p:spPr>
                <a:xfrm>
                  <a:off x="7226091" y="2658137"/>
                  <a:ext cx="12600" cy="14400"/>
                </a:xfrm>
                <a:prstGeom prst="rect">
                  <a:avLst/>
                </a:prstGeom>
              </p:spPr>
            </p:pic>
          </mc:Fallback>
        </mc:AlternateContent>
        <mc:AlternateContent xmlns:mc="http://schemas.openxmlformats.org/markup-compatibility/2006">
          <mc:Choice xmlns:p14="http://schemas.microsoft.com/office/powerpoint/2010/main" Requires="p14">
            <p:contentPart p14:bwMode="auto" r:id="rId5">
              <p14:nvContentPartPr>
                <p14:cNvPr id="10" name="Ink 9">
                  <a:extLst>
                    <a:ext uri="{FF2B5EF4-FFF2-40B4-BE49-F238E27FC236}">
                      <a16:creationId xmlns:a16="http://schemas.microsoft.com/office/drawing/2014/main" id="{9A5CA784-E0DE-27BE-7256-90468663A054}"/>
                    </a:ext>
                  </a:extLst>
                </p14:cNvPr>
                <p14:cNvContentPartPr/>
                <p14:nvPr/>
              </p14:nvContentPartPr>
              <p14:xfrm>
                <a:off x="7232211" y="2666057"/>
                <a:ext cx="360" cy="360"/>
              </p14:xfrm>
            </p:contentPart>
          </mc:Choice>
          <mc:Fallback>
            <p:pic>
              <p:nvPicPr>
                <p:cNvPr id="10" name="Ink 9">
                  <a:extLst>
                    <a:ext uri="{FF2B5EF4-FFF2-40B4-BE49-F238E27FC236}">
                      <a16:creationId xmlns:a16="http://schemas.microsoft.com/office/drawing/2014/main" id="{9A5CA784-E0DE-27BE-7256-90468663A054}"/>
                    </a:ext>
                  </a:extLst>
                </p:cNvPr>
                <p:cNvPicPr/>
                <p:nvPr/>
              </p:nvPicPr>
              <p:blipFill>
                <a:blip r:embed="rId6"/>
                <a:stretch>
                  <a:fillRect/>
                </a:stretch>
              </p:blipFill>
              <p:spPr>
                <a:xfrm>
                  <a:off x="7226091" y="2659937"/>
                  <a:ext cx="12600" cy="1260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7">
            <p14:nvContentPartPr>
              <p14:cNvPr id="11" name="Ink 10">
                <a:extLst>
                  <a:ext uri="{FF2B5EF4-FFF2-40B4-BE49-F238E27FC236}">
                    <a16:creationId xmlns:a16="http://schemas.microsoft.com/office/drawing/2014/main" id="{9094C52A-D212-BAF9-A3C8-37085CB60F18}"/>
                  </a:ext>
                </a:extLst>
              </p14:cNvPr>
              <p14:cNvContentPartPr/>
              <p14:nvPr/>
            </p14:nvContentPartPr>
            <p14:xfrm>
              <a:off x="7874811" y="3237737"/>
              <a:ext cx="360" cy="2160"/>
            </p14:xfrm>
          </p:contentPart>
        </mc:Choice>
        <mc:Fallback>
          <p:pic>
            <p:nvPicPr>
              <p:cNvPr id="11" name="Ink 10">
                <a:extLst>
                  <a:ext uri="{FF2B5EF4-FFF2-40B4-BE49-F238E27FC236}">
                    <a16:creationId xmlns:a16="http://schemas.microsoft.com/office/drawing/2014/main" id="{9094C52A-D212-BAF9-A3C8-37085CB60F18}"/>
                  </a:ext>
                </a:extLst>
              </p:cNvPr>
              <p:cNvPicPr/>
              <p:nvPr/>
            </p:nvPicPr>
            <p:blipFill>
              <a:blip r:embed="rId4"/>
              <a:stretch>
                <a:fillRect/>
              </a:stretch>
            </p:blipFill>
            <p:spPr>
              <a:xfrm>
                <a:off x="7868691" y="3231617"/>
                <a:ext cx="12600" cy="14400"/>
              </a:xfrm>
              <a:prstGeom prst="rect">
                <a:avLst/>
              </a:prstGeom>
            </p:spPr>
          </p:pic>
        </mc:Fallback>
      </mc:AlternateContent>
      <p:pic>
        <p:nvPicPr>
          <p:cNvPr id="36" name="Picture Placeholder 49">
            <a:extLst>
              <a:ext uri="{FF2B5EF4-FFF2-40B4-BE49-F238E27FC236}">
                <a16:creationId xmlns:a16="http://schemas.microsoft.com/office/drawing/2014/main" id="{A1ED0F1B-3D33-5F90-4811-32CB816111B6}"/>
              </a:ext>
            </a:extLst>
          </p:cNvPr>
          <p:cNvPicPr>
            <a:picLocks noChangeAspect="1"/>
          </p:cNvPicPr>
          <p:nvPr/>
        </p:nvPicPr>
        <p:blipFill>
          <a:blip r:embed="rId2"/>
          <a:srcRect t="621" b="621"/>
          <a:stretch/>
        </p:blipFill>
        <p:spPr>
          <a:xfrm>
            <a:off x="772885" y="3258817"/>
            <a:ext cx="4550229" cy="3125374"/>
          </a:xfrm>
          <a:prstGeom prst="rect">
            <a:avLst/>
          </a:prstGeom>
          <a:ln w="15875">
            <a:solidFill>
              <a:schemeClr val="accent1"/>
            </a:solidFill>
          </a:ln>
        </p:spPr>
      </p:pic>
      <p:pic>
        <p:nvPicPr>
          <p:cNvPr id="37" name="Picture Placeholder 49">
            <a:extLst>
              <a:ext uri="{FF2B5EF4-FFF2-40B4-BE49-F238E27FC236}">
                <a16:creationId xmlns:a16="http://schemas.microsoft.com/office/drawing/2014/main" id="{208F7DC4-6BCD-6534-7DA8-3A5A7DA1A180}"/>
              </a:ext>
            </a:extLst>
          </p:cNvPr>
          <p:cNvPicPr>
            <a:picLocks noChangeAspect="1"/>
          </p:cNvPicPr>
          <p:nvPr/>
        </p:nvPicPr>
        <p:blipFill>
          <a:blip r:embed="rId2"/>
          <a:srcRect t="621" b="621"/>
          <a:stretch/>
        </p:blipFill>
        <p:spPr>
          <a:xfrm>
            <a:off x="7021588" y="112363"/>
            <a:ext cx="4550229" cy="3125374"/>
          </a:xfrm>
          <a:prstGeom prst="rect">
            <a:avLst/>
          </a:prstGeom>
          <a:ln w="15875">
            <a:solidFill>
              <a:schemeClr val="accent1"/>
            </a:solidFill>
          </a:ln>
        </p:spPr>
      </p:pic>
      <mc:AlternateContent xmlns:mc="http://schemas.openxmlformats.org/markup-compatibility/2006">
        <mc:Choice xmlns:p14="http://schemas.microsoft.com/office/powerpoint/2010/main" Requires="p14">
          <p:contentPart p14:bwMode="auto" r:id="rId8">
            <p14:nvContentPartPr>
              <p14:cNvPr id="43" name="Ink 42">
                <a:extLst>
                  <a:ext uri="{FF2B5EF4-FFF2-40B4-BE49-F238E27FC236}">
                    <a16:creationId xmlns:a16="http://schemas.microsoft.com/office/drawing/2014/main" id="{D6AA92AA-40C2-A0B8-AF63-00A208280F2F}"/>
                  </a:ext>
                </a:extLst>
              </p14:cNvPr>
              <p14:cNvContentPartPr/>
              <p14:nvPr/>
            </p14:nvContentPartPr>
            <p14:xfrm>
              <a:off x="5437560" y="1029200"/>
              <a:ext cx="360" cy="360"/>
            </p14:xfrm>
          </p:contentPart>
        </mc:Choice>
        <mc:Fallback>
          <p:pic>
            <p:nvPicPr>
              <p:cNvPr id="43" name="Ink 42">
                <a:extLst>
                  <a:ext uri="{FF2B5EF4-FFF2-40B4-BE49-F238E27FC236}">
                    <a16:creationId xmlns:a16="http://schemas.microsoft.com/office/drawing/2014/main" id="{D6AA92AA-40C2-A0B8-AF63-00A208280F2F}"/>
                  </a:ext>
                </a:extLst>
              </p:cNvPr>
              <p:cNvPicPr/>
              <p:nvPr/>
            </p:nvPicPr>
            <p:blipFill>
              <a:blip r:embed="rId9"/>
              <a:stretch>
                <a:fillRect/>
              </a:stretch>
            </p:blipFill>
            <p:spPr>
              <a:xfrm>
                <a:off x="5374560" y="966200"/>
                <a:ext cx="126000" cy="126000"/>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52" name="Ink 51">
                <a:extLst>
                  <a:ext uri="{FF2B5EF4-FFF2-40B4-BE49-F238E27FC236}">
                    <a16:creationId xmlns:a16="http://schemas.microsoft.com/office/drawing/2014/main" id="{6ABCF3EC-6F4C-81E8-9E1B-955C60DE4265}"/>
                  </a:ext>
                </a:extLst>
              </p14:cNvPr>
              <p14:cNvContentPartPr/>
              <p14:nvPr/>
            </p14:nvContentPartPr>
            <p14:xfrm>
              <a:off x="92640" y="1037480"/>
              <a:ext cx="578160" cy="21960"/>
            </p14:xfrm>
          </p:contentPart>
        </mc:Choice>
        <mc:Fallback>
          <p:pic>
            <p:nvPicPr>
              <p:cNvPr id="52" name="Ink 51">
                <a:extLst>
                  <a:ext uri="{FF2B5EF4-FFF2-40B4-BE49-F238E27FC236}">
                    <a16:creationId xmlns:a16="http://schemas.microsoft.com/office/drawing/2014/main" id="{6ABCF3EC-6F4C-81E8-9E1B-955C60DE4265}"/>
                  </a:ext>
                </a:extLst>
              </p:cNvPr>
              <p:cNvPicPr/>
              <p:nvPr/>
            </p:nvPicPr>
            <p:blipFill>
              <a:blip r:embed="rId11"/>
              <a:stretch>
                <a:fillRect/>
              </a:stretch>
            </p:blipFill>
            <p:spPr>
              <a:xfrm>
                <a:off x="30000" y="974480"/>
                <a:ext cx="703800" cy="147600"/>
              </a:xfrm>
              <a:prstGeom prst="rect">
                <a:avLst/>
              </a:prstGeom>
            </p:spPr>
          </p:pic>
        </mc:Fallback>
      </mc:AlternateContent>
      <p:cxnSp>
        <p:nvCxnSpPr>
          <p:cNvPr id="54" name="Straight Connector 53">
            <a:extLst>
              <a:ext uri="{FF2B5EF4-FFF2-40B4-BE49-F238E27FC236}">
                <a16:creationId xmlns:a16="http://schemas.microsoft.com/office/drawing/2014/main" id="{E99934EF-872F-90AE-CE80-91F98439B078}"/>
              </a:ext>
            </a:extLst>
          </p:cNvPr>
          <p:cNvCxnSpPr/>
          <p:nvPr/>
        </p:nvCxnSpPr>
        <p:spPr>
          <a:xfrm>
            <a:off x="4822613" y="-94827"/>
            <a:ext cx="914400" cy="914400"/>
          </a:xfrm>
          <a:prstGeom prst="line">
            <a:avLst/>
          </a:prstGeom>
        </p:spPr>
        <p:style>
          <a:lnRef idx="1">
            <a:schemeClr val="accent1"/>
          </a:lnRef>
          <a:fillRef idx="0">
            <a:schemeClr val="accent1"/>
          </a:fillRef>
          <a:effectRef idx="0">
            <a:schemeClr val="accent1"/>
          </a:effectRef>
          <a:fontRef idx="minor">
            <a:schemeClr val="tx1"/>
          </a:fontRef>
        </p:style>
      </p:cxnSp>
      <p:grpSp>
        <p:nvGrpSpPr>
          <p:cNvPr id="57" name="Group 56">
            <a:extLst>
              <a:ext uri="{FF2B5EF4-FFF2-40B4-BE49-F238E27FC236}">
                <a16:creationId xmlns:a16="http://schemas.microsoft.com/office/drawing/2014/main" id="{6210ACEC-9547-D084-C0DD-088876F89F5E}"/>
              </a:ext>
            </a:extLst>
          </p:cNvPr>
          <p:cNvGrpSpPr/>
          <p:nvPr/>
        </p:nvGrpSpPr>
        <p:grpSpPr>
          <a:xfrm>
            <a:off x="5400360" y="454260"/>
            <a:ext cx="591240" cy="908660"/>
            <a:chOff x="5400360" y="454260"/>
            <a:chExt cx="591240" cy="908660"/>
          </a:xfrm>
        </p:grpSpPr>
        <mc:AlternateContent xmlns:mc="http://schemas.openxmlformats.org/markup-compatibility/2006">
          <mc:Choice xmlns:p14="http://schemas.microsoft.com/office/powerpoint/2010/main" Requires="p14">
            <p:contentPart p14:bwMode="auto" r:id="rId12">
              <p14:nvContentPartPr>
                <p14:cNvPr id="44" name="Ink 43">
                  <a:extLst>
                    <a:ext uri="{FF2B5EF4-FFF2-40B4-BE49-F238E27FC236}">
                      <a16:creationId xmlns:a16="http://schemas.microsoft.com/office/drawing/2014/main" id="{2AE5D019-2092-9D11-1E1C-983AEB1D097B}"/>
                    </a:ext>
                  </a:extLst>
                </p14:cNvPr>
                <p14:cNvContentPartPr/>
                <p14:nvPr/>
              </p14:nvContentPartPr>
              <p14:xfrm>
                <a:off x="5576520" y="734000"/>
                <a:ext cx="413640" cy="628920"/>
              </p14:xfrm>
            </p:contentPart>
          </mc:Choice>
          <mc:Fallback>
            <p:pic>
              <p:nvPicPr>
                <p:cNvPr id="44" name="Ink 43">
                  <a:extLst>
                    <a:ext uri="{FF2B5EF4-FFF2-40B4-BE49-F238E27FC236}">
                      <a16:creationId xmlns:a16="http://schemas.microsoft.com/office/drawing/2014/main" id="{2AE5D019-2092-9D11-1E1C-983AEB1D097B}"/>
                    </a:ext>
                  </a:extLst>
                </p:cNvPr>
                <p:cNvPicPr/>
                <p:nvPr/>
              </p:nvPicPr>
              <p:blipFill>
                <a:blip r:embed="rId13"/>
                <a:stretch>
                  <a:fillRect/>
                </a:stretch>
              </p:blipFill>
              <p:spPr>
                <a:xfrm>
                  <a:off x="5513880" y="671360"/>
                  <a:ext cx="539280" cy="754560"/>
                </a:xfrm>
                <a:prstGeom prst="rect">
                  <a:avLst/>
                </a:prstGeom>
              </p:spPr>
            </p:pic>
          </mc:Fallback>
        </mc:AlternateContent>
        <mc:AlternateContent xmlns:mc="http://schemas.openxmlformats.org/markup-compatibility/2006">
          <mc:Choice xmlns:p14="http://schemas.microsoft.com/office/powerpoint/2010/main" Requires="p14">
            <p:contentPart p14:bwMode="auto" r:id="rId14">
              <p14:nvContentPartPr>
                <p14:cNvPr id="45" name="Ink 44">
                  <a:extLst>
                    <a:ext uri="{FF2B5EF4-FFF2-40B4-BE49-F238E27FC236}">
                      <a16:creationId xmlns:a16="http://schemas.microsoft.com/office/drawing/2014/main" id="{10006CA3-02B1-2FE7-6AB3-46214DB3E7A2}"/>
                    </a:ext>
                  </a:extLst>
                </p14:cNvPr>
                <p14:cNvContentPartPr/>
                <p14:nvPr/>
              </p14:nvContentPartPr>
              <p14:xfrm>
                <a:off x="5430000" y="1051160"/>
                <a:ext cx="360" cy="360"/>
              </p14:xfrm>
            </p:contentPart>
          </mc:Choice>
          <mc:Fallback>
            <p:pic>
              <p:nvPicPr>
                <p:cNvPr id="45" name="Ink 44">
                  <a:extLst>
                    <a:ext uri="{FF2B5EF4-FFF2-40B4-BE49-F238E27FC236}">
                      <a16:creationId xmlns:a16="http://schemas.microsoft.com/office/drawing/2014/main" id="{10006CA3-02B1-2FE7-6AB3-46214DB3E7A2}"/>
                    </a:ext>
                  </a:extLst>
                </p:cNvPr>
                <p:cNvPicPr/>
                <p:nvPr/>
              </p:nvPicPr>
              <p:blipFill>
                <a:blip r:embed="rId9"/>
                <a:stretch>
                  <a:fillRect/>
                </a:stretch>
              </p:blipFill>
              <p:spPr>
                <a:xfrm>
                  <a:off x="5367000" y="988520"/>
                  <a:ext cx="126000" cy="126000"/>
                </a:xfrm>
                <a:prstGeom prst="rect">
                  <a:avLst/>
                </a:prstGeom>
              </p:spPr>
            </p:pic>
          </mc:Fallback>
        </mc:AlternateContent>
        <mc:AlternateContent xmlns:mc="http://schemas.openxmlformats.org/markup-compatibility/2006">
          <mc:Choice xmlns:p14="http://schemas.microsoft.com/office/powerpoint/2010/main" Requires="p14">
            <p:contentPart p14:bwMode="auto" r:id="rId15">
              <p14:nvContentPartPr>
                <p14:cNvPr id="48" name="Ink 47">
                  <a:extLst>
                    <a:ext uri="{FF2B5EF4-FFF2-40B4-BE49-F238E27FC236}">
                      <a16:creationId xmlns:a16="http://schemas.microsoft.com/office/drawing/2014/main" id="{072253E8-DDCD-F343-935B-13753AB1517B}"/>
                    </a:ext>
                  </a:extLst>
                </p14:cNvPr>
                <p14:cNvContentPartPr/>
                <p14:nvPr/>
              </p14:nvContentPartPr>
              <p14:xfrm>
                <a:off x="5991240" y="1041800"/>
                <a:ext cx="360" cy="360"/>
              </p14:xfrm>
            </p:contentPart>
          </mc:Choice>
          <mc:Fallback>
            <p:pic>
              <p:nvPicPr>
                <p:cNvPr id="48" name="Ink 47">
                  <a:extLst>
                    <a:ext uri="{FF2B5EF4-FFF2-40B4-BE49-F238E27FC236}">
                      <a16:creationId xmlns:a16="http://schemas.microsoft.com/office/drawing/2014/main" id="{072253E8-DDCD-F343-935B-13753AB1517B}"/>
                    </a:ext>
                  </a:extLst>
                </p:cNvPr>
                <p:cNvPicPr/>
                <p:nvPr/>
              </p:nvPicPr>
              <p:blipFill>
                <a:blip r:embed="rId9"/>
                <a:stretch>
                  <a:fillRect/>
                </a:stretch>
              </p:blipFill>
              <p:spPr>
                <a:xfrm>
                  <a:off x="5928240" y="979160"/>
                  <a:ext cx="126000" cy="126000"/>
                </a:xfrm>
                <a:prstGeom prst="rect">
                  <a:avLst/>
                </a:prstGeom>
              </p:spPr>
            </p:pic>
          </mc:Fallback>
        </mc:AlternateContent>
        <mc:AlternateContent xmlns:mc="http://schemas.openxmlformats.org/markup-compatibility/2006">
          <mc:Choice xmlns:p14="http://schemas.microsoft.com/office/powerpoint/2010/main" Requires="p14">
            <p:contentPart p14:bwMode="auto" r:id="rId16">
              <p14:nvContentPartPr>
                <p14:cNvPr id="55" name="Ink 54">
                  <a:extLst>
                    <a:ext uri="{FF2B5EF4-FFF2-40B4-BE49-F238E27FC236}">
                      <a16:creationId xmlns:a16="http://schemas.microsoft.com/office/drawing/2014/main" id="{FFDF320D-BDC8-3E7B-0EA0-BBD67D21A45E}"/>
                    </a:ext>
                  </a:extLst>
                </p14:cNvPr>
                <p14:cNvContentPartPr/>
                <p14:nvPr/>
              </p14:nvContentPartPr>
              <p14:xfrm>
                <a:off x="5400360" y="454260"/>
                <a:ext cx="309240" cy="479880"/>
              </p14:xfrm>
            </p:contentPart>
          </mc:Choice>
          <mc:Fallback>
            <p:pic>
              <p:nvPicPr>
                <p:cNvPr id="55" name="Ink 54">
                  <a:extLst>
                    <a:ext uri="{FF2B5EF4-FFF2-40B4-BE49-F238E27FC236}">
                      <a16:creationId xmlns:a16="http://schemas.microsoft.com/office/drawing/2014/main" id="{FFDF320D-BDC8-3E7B-0EA0-BBD67D21A45E}"/>
                    </a:ext>
                  </a:extLst>
                </p:cNvPr>
                <p:cNvPicPr/>
                <p:nvPr/>
              </p:nvPicPr>
              <p:blipFill>
                <a:blip r:embed="rId17"/>
                <a:stretch>
                  <a:fillRect/>
                </a:stretch>
              </p:blipFill>
              <p:spPr>
                <a:xfrm>
                  <a:off x="5337360" y="391260"/>
                  <a:ext cx="434880" cy="60552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18">
            <p14:nvContentPartPr>
              <p14:cNvPr id="58" name="Ink 57">
                <a:extLst>
                  <a:ext uri="{FF2B5EF4-FFF2-40B4-BE49-F238E27FC236}">
                    <a16:creationId xmlns:a16="http://schemas.microsoft.com/office/drawing/2014/main" id="{B7AE1905-DA0F-8061-B061-6519D1487CCE}"/>
                  </a:ext>
                </a:extLst>
              </p14:cNvPr>
              <p14:cNvContentPartPr/>
              <p14:nvPr/>
            </p14:nvContentPartPr>
            <p14:xfrm>
              <a:off x="4818960" y="-193020"/>
              <a:ext cx="81000" cy="81000"/>
            </p14:xfrm>
          </p:contentPart>
        </mc:Choice>
        <mc:Fallback>
          <p:pic>
            <p:nvPicPr>
              <p:cNvPr id="58" name="Ink 57">
                <a:extLst>
                  <a:ext uri="{FF2B5EF4-FFF2-40B4-BE49-F238E27FC236}">
                    <a16:creationId xmlns:a16="http://schemas.microsoft.com/office/drawing/2014/main" id="{B7AE1905-DA0F-8061-B061-6519D1487CCE}"/>
                  </a:ext>
                </a:extLst>
              </p:cNvPr>
              <p:cNvPicPr/>
              <p:nvPr/>
            </p:nvPicPr>
            <p:blipFill>
              <a:blip r:embed="rId19"/>
              <a:stretch>
                <a:fillRect/>
              </a:stretch>
            </p:blipFill>
            <p:spPr>
              <a:xfrm>
                <a:off x="4756320" y="-256020"/>
                <a:ext cx="206640" cy="206640"/>
              </a:xfrm>
              <a:prstGeom prst="rect">
                <a:avLst/>
              </a:prstGeom>
            </p:spPr>
          </p:pic>
        </mc:Fallback>
      </mc:AlternateContent>
    </p:spTree>
    <p:extLst>
      <p:ext uri="{BB962C8B-B14F-4D97-AF65-F5344CB8AC3E}">
        <p14:creationId xmlns:p14="http://schemas.microsoft.com/office/powerpoint/2010/main" val="16889570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50"/>
                                        </p:tgtEl>
                                        <p:attrNameLst>
                                          <p:attrName>style.visibility</p:attrName>
                                        </p:attrNameLst>
                                      </p:cBhvr>
                                      <p:to>
                                        <p:strVal val="visible"/>
                                      </p:to>
                                    </p:set>
                                    <p:animEffect transition="in" filter="checkerboard(across)">
                                      <p:cBhvr>
                                        <p:cTn id="7" dur="500"/>
                                        <p:tgtEl>
                                          <p:spTgt spid="50"/>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36"/>
                                        </p:tgtEl>
                                        <p:attrNameLst>
                                          <p:attrName>style.visibility</p:attrName>
                                        </p:attrNameLst>
                                      </p:cBhvr>
                                      <p:to>
                                        <p:strVal val="visible"/>
                                      </p:to>
                                    </p:set>
                                    <p:animEffect transition="in" filter="checkerboard(across)">
                                      <p:cBhvr>
                                        <p:cTn id="12" dur="500"/>
                                        <p:tgtEl>
                                          <p:spTgt spid="36"/>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37"/>
                                        </p:tgtEl>
                                        <p:attrNameLst>
                                          <p:attrName>style.visibility</p:attrName>
                                        </p:attrNameLst>
                                      </p:cBhvr>
                                      <p:to>
                                        <p:strVal val="visible"/>
                                      </p:to>
                                    </p:set>
                                    <p:animEffect transition="in" filter="checkerboard(across)">
                                      <p:cBhvr>
                                        <p:cTn id="17" dur="500"/>
                                        <p:tgtEl>
                                          <p:spTgt spid="37"/>
                                        </p:tgtEl>
                                      </p:cBhvr>
                                    </p:animEffect>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grpId="0" nodeType="clickEffect">
                                  <p:stCondLst>
                                    <p:cond delay="0"/>
                                  </p:stCondLst>
                                  <p:childTnLst>
                                    <p:set>
                                      <p:cBhvr>
                                        <p:cTn id="21" dur="1" fill="hold">
                                          <p:stCondLst>
                                            <p:cond delay="0"/>
                                          </p:stCondLst>
                                        </p:cTn>
                                        <p:tgtEl>
                                          <p:spTgt spid="2"/>
                                        </p:tgtEl>
                                        <p:attrNameLst>
                                          <p:attrName>style.visibility</p:attrName>
                                        </p:attrNameLst>
                                      </p:cBhvr>
                                      <p:to>
                                        <p:strVal val="visible"/>
                                      </p:to>
                                    </p:set>
                                    <p:anim calcmode="lin" valueType="num">
                                      <p:cBhvr additive="base">
                                        <p:cTn id="22" dur="500" fill="hold"/>
                                        <p:tgtEl>
                                          <p:spTgt spid="2"/>
                                        </p:tgtEl>
                                        <p:attrNameLst>
                                          <p:attrName>ppt_x</p:attrName>
                                        </p:attrNameLst>
                                      </p:cBhvr>
                                      <p:tavLst>
                                        <p:tav tm="0">
                                          <p:val>
                                            <p:strVal val="#ppt_x"/>
                                          </p:val>
                                        </p:tav>
                                        <p:tav tm="100000">
                                          <p:val>
                                            <p:strVal val="#ppt_x"/>
                                          </p:val>
                                        </p:tav>
                                      </p:tavLst>
                                    </p:anim>
                                    <p:anim calcmode="lin" valueType="num">
                                      <p:cBhvr additive="base">
                                        <p:cTn id="23"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2" presetClass="entr" presetSubtype="4" fill="hold" nodeType="clickEffect">
                                  <p:stCondLst>
                                    <p:cond delay="0"/>
                                  </p:stCondLst>
                                  <p:childTnLst>
                                    <p:set>
                                      <p:cBhvr>
                                        <p:cTn id="27" dur="1" fill="hold">
                                          <p:stCondLst>
                                            <p:cond delay="0"/>
                                          </p:stCondLst>
                                        </p:cTn>
                                        <p:tgtEl>
                                          <p:spTgt spid="4">
                                            <p:txEl>
                                              <p:pRg st="0" end="0"/>
                                            </p:txEl>
                                          </p:spTgt>
                                        </p:tgtEl>
                                        <p:attrNameLst>
                                          <p:attrName>style.visibility</p:attrName>
                                        </p:attrNameLst>
                                      </p:cBhvr>
                                      <p:to>
                                        <p:strVal val="visible"/>
                                      </p:to>
                                    </p:set>
                                    <p:anim calcmode="lin" valueType="num">
                                      <p:cBhvr additive="base">
                                        <p:cTn id="28"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29" dur="5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9AEB5D-C504-369F-0181-B40549076849}"/>
              </a:ext>
            </a:extLst>
          </p:cNvPr>
          <p:cNvSpPr>
            <a:spLocks noGrp="1"/>
          </p:cNvSpPr>
          <p:nvPr>
            <p:ph type="title"/>
          </p:nvPr>
        </p:nvSpPr>
        <p:spPr/>
        <p:txBody>
          <a:bodyPr/>
          <a:lstStyle/>
          <a:p>
            <a:r>
              <a:rPr lang="en-US" sz="5200" dirty="0"/>
              <a:t>conclusion</a:t>
            </a:r>
          </a:p>
        </p:txBody>
      </p:sp>
      <p:sp>
        <p:nvSpPr>
          <p:cNvPr id="3" name="Content Placeholder 2">
            <a:extLst>
              <a:ext uri="{FF2B5EF4-FFF2-40B4-BE49-F238E27FC236}">
                <a16:creationId xmlns:a16="http://schemas.microsoft.com/office/drawing/2014/main" id="{7B09CBDF-8587-28A0-CAD5-7A42FF72228C}"/>
              </a:ext>
            </a:extLst>
          </p:cNvPr>
          <p:cNvSpPr>
            <a:spLocks noGrp="1"/>
          </p:cNvSpPr>
          <p:nvPr>
            <p:ph idx="1"/>
          </p:nvPr>
        </p:nvSpPr>
        <p:spPr>
          <a:xfrm>
            <a:off x="2011889" y="1591056"/>
            <a:ext cx="8165592" cy="1755648"/>
          </a:xfrm>
        </p:spPr>
        <p:txBody>
          <a:bodyPr/>
          <a:lstStyle/>
          <a:p>
            <a:r>
              <a:rPr lang="en-US" dirty="0"/>
              <a:t>The Exploratory Data Analysis revealed that house prices are primarily influenced by property size, overall quality, and key amenities. Feature engineering helped in gaining deeper insights, while trend analysis provided an understanding of market behavior over time.</a:t>
            </a:r>
          </a:p>
          <a:p>
            <a:endParaRPr lang="en-US" dirty="0"/>
          </a:p>
          <a:p>
            <a:r>
              <a:rPr lang="en-US" dirty="0"/>
              <a:t>Overall, this project demonstrates how EDA can be effectively used to support data-driven pricing strategies and lays the foundation for future predictive modeling in real estate analytics.</a:t>
            </a:r>
          </a:p>
        </p:txBody>
      </p:sp>
      <p:sp>
        <p:nvSpPr>
          <p:cNvPr id="8" name="Slide Number Placeholder 7">
            <a:extLst>
              <a:ext uri="{FF2B5EF4-FFF2-40B4-BE49-F238E27FC236}">
                <a16:creationId xmlns:a16="http://schemas.microsoft.com/office/drawing/2014/main" id="{9A841990-F92B-71BE-C206-FC1157F6592B}"/>
              </a:ext>
            </a:extLst>
          </p:cNvPr>
          <p:cNvSpPr>
            <a:spLocks noGrp="1"/>
          </p:cNvSpPr>
          <p:nvPr>
            <p:ph type="sldNum" sz="quarter" idx="12"/>
          </p:nvPr>
        </p:nvSpPr>
        <p:spPr/>
        <p:txBody>
          <a:bodyPr/>
          <a:lstStyle/>
          <a:p>
            <a:fld id="{84D792B7-0397-C047-AE12-1A03F7E3DC83}" type="slidenum">
              <a:rPr lang="en-US" smtClean="0"/>
              <a:t>10</a:t>
            </a:fld>
            <a:endParaRPr lang="en-US" dirty="0"/>
          </a:p>
        </p:txBody>
      </p:sp>
    </p:spTree>
    <p:extLst>
      <p:ext uri="{BB962C8B-B14F-4D97-AF65-F5344CB8AC3E}">
        <p14:creationId xmlns:p14="http://schemas.microsoft.com/office/powerpoint/2010/main" val="35533868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ssolv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 calcmode="lin" valueType="num">
                                      <p:cBhvr additive="base">
                                        <p:cTn id="12"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3">
                                            <p:txEl>
                                              <p:pRg st="2" end="2"/>
                                            </p:txEl>
                                          </p:spTgt>
                                        </p:tgtEl>
                                        <p:attrNameLst>
                                          <p:attrName>style.visibility</p:attrName>
                                        </p:attrNameLst>
                                      </p:cBhvr>
                                      <p:to>
                                        <p:strVal val="visible"/>
                                      </p:to>
                                    </p:set>
                                    <p:anim calcmode="lin" valueType="num">
                                      <p:cBhvr additive="base">
                                        <p:cTn id="18"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theme/theme1.xml><?xml version="1.0" encoding="utf-8"?>
<a:theme xmlns:a="http://schemas.openxmlformats.org/drawingml/2006/main" name="Office Theme">
  <a:themeElements>
    <a:clrScheme name="Custom 33">
      <a:dk1>
        <a:srgbClr val="000000"/>
      </a:dk1>
      <a:lt1>
        <a:srgbClr val="FFFFFF"/>
      </a:lt1>
      <a:dk2>
        <a:srgbClr val="59512B"/>
      </a:dk2>
      <a:lt2>
        <a:srgbClr val="E7E4E6"/>
      </a:lt2>
      <a:accent1>
        <a:srgbClr val="F8F4EC"/>
      </a:accent1>
      <a:accent2>
        <a:srgbClr val="474134"/>
      </a:accent2>
      <a:accent3>
        <a:srgbClr val="E5E0D8"/>
      </a:accent3>
      <a:accent4>
        <a:srgbClr val="B6A592"/>
      </a:accent4>
      <a:accent5>
        <a:srgbClr val="F4F0ED"/>
      </a:accent5>
      <a:accent6>
        <a:srgbClr val="CEC5A7"/>
      </a:accent6>
      <a:hlink>
        <a:srgbClr val="827D57"/>
      </a:hlink>
      <a:folHlink>
        <a:srgbClr val="867052"/>
      </a:folHlink>
    </a:clrScheme>
    <a:fontScheme name="Custom 31">
      <a:majorFont>
        <a:latin typeface="Felix Titling"/>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ity-Design-Berlin-Presentation_Win32_SW_v11" id="{A1E1012F-E9F8-4F40-92C8-C50A5DD6BDB3}" vid="{84DD5023-C7E9-4B03-B2A5-92320E38EFA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5" ma:contentTypeDescription="Create a new document." ma:contentTypeScope="" ma:versionID="e02306daf00165b375dc6a58966960be">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df88fb76bf5f555224557953949c1ec9"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39B373E-6FDE-4773-A0C6-CDA9846E30C9}">
  <ds:schemaRefs>
    <ds:schemaRef ds:uri="http://purl.org/dc/terms/"/>
    <ds:schemaRef ds:uri="http://www.w3.org/XML/1998/namespace"/>
    <ds:schemaRef ds:uri="http://schemas.microsoft.com/sharepoint/v3"/>
    <ds:schemaRef ds:uri="http://purl.org/dc/elements/1.1/"/>
    <ds:schemaRef ds:uri="http://schemas.microsoft.com/office/2006/metadata/properties"/>
    <ds:schemaRef ds:uri="http://purl.org/dc/dcmitype/"/>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230e9df3-be65-4c73-a93b-d1236ebd677e"/>
    <ds:schemaRef ds:uri="71af3243-3dd4-4a8d-8c0d-dd76da1f02a5"/>
  </ds:schemaRefs>
</ds:datastoreItem>
</file>

<file path=customXml/itemProps2.xml><?xml version="1.0" encoding="utf-8"?>
<ds:datastoreItem xmlns:ds="http://schemas.openxmlformats.org/officeDocument/2006/customXml" ds:itemID="{CBB8FCA9-2C7D-45A4-87C8-02C272E9F4DD}">
  <ds:schemaRefs>
    <ds:schemaRef ds:uri="http://schemas.microsoft.com/sharepoint/v3/contenttype/forms"/>
  </ds:schemaRefs>
</ds:datastoreItem>
</file>

<file path=customXml/itemProps3.xml><?xml version="1.0" encoding="utf-8"?>
<ds:datastoreItem xmlns:ds="http://schemas.openxmlformats.org/officeDocument/2006/customXml" ds:itemID="{9C741A42-9646-4B63-A6BC-7DA2EE5F87D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Office Theme</Template>
  <TotalTime>555</TotalTime>
  <Words>573</Words>
  <Application>Microsoft Macintosh PowerPoint</Application>
  <PresentationFormat>Widescreen</PresentationFormat>
  <Paragraphs>55</Paragraphs>
  <Slides>10</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10</vt:i4>
      </vt:variant>
    </vt:vector>
  </HeadingPairs>
  <TitlesOfParts>
    <vt:vector size="17" baseType="lpstr">
      <vt:lpstr>Arial</vt:lpstr>
      <vt:lpstr>Avenir Next LT Pro</vt:lpstr>
      <vt:lpstr>Calibri</vt:lpstr>
      <vt:lpstr>Felix Titling</vt:lpstr>
      <vt:lpstr>Gill Sans Nova Light</vt:lpstr>
      <vt:lpstr>Wingdings</vt:lpstr>
      <vt:lpstr>Office Theme</vt:lpstr>
      <vt:lpstr>Exploratory data analysis in real estate pricing</vt:lpstr>
      <vt:lpstr>Agenda</vt:lpstr>
      <vt:lpstr>INTRODUCTION</vt:lpstr>
      <vt:lpstr>Challenges Faced During the Project</vt:lpstr>
      <vt:lpstr>Sale Price Distribution</vt:lpstr>
      <vt:lpstr>Correlation Analysis</vt:lpstr>
      <vt:lpstr>    Size Impact  on House Price</vt:lpstr>
      <vt:lpstr>PowerPoint Presentation</vt:lpstr>
      <vt:lpstr>amenities Impact on Price </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Rohit _</dc:creator>
  <cp:lastModifiedBy>Rohit _</cp:lastModifiedBy>
  <cp:revision>2</cp:revision>
  <dcterms:created xsi:type="dcterms:W3CDTF">2026-01-30T19:43:15Z</dcterms:created>
  <dcterms:modified xsi:type="dcterms:W3CDTF">2026-01-31T04:59:07Z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